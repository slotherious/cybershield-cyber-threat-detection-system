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58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498B9-9922-D134-6764-CCAAC91796CC}" v="1315" dt="2026-04-21T11:24:03.412"/>
    <p1510:client id="{AD6AEB6F-C108-4CB1-AEC8-D572ADF31229}" v="970" dt="2026-04-21T11:20:08.560"/>
    <p1510:client id="{C890AB4C-EE50-7249-7EA0-BB31ED0C6834}" v="406" dt="2026-04-21T10:32:26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B8EDA5-E661-4602-935B-28016ECAA0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38872C-388E-49A1-8980-D1D10914F13A}">
      <dgm:prSet/>
      <dgm:spPr/>
      <dgm:t>
        <a:bodyPr/>
        <a:lstStyle/>
        <a:p>
          <a:r>
            <a:rPr lang="en-US" b="1"/>
            <a:t>ThreatDetector (base class)</a:t>
          </a:r>
          <a:endParaRPr lang="en-US"/>
        </a:p>
      </dgm:t>
    </dgm:pt>
    <dgm:pt modelId="{9D629B49-288E-40A3-A6FC-B685FFBBFA86}" type="parTrans" cxnId="{8DF91613-15C3-4892-96EE-C0077EB7ABD1}">
      <dgm:prSet/>
      <dgm:spPr/>
      <dgm:t>
        <a:bodyPr/>
        <a:lstStyle/>
        <a:p>
          <a:endParaRPr lang="en-US"/>
        </a:p>
      </dgm:t>
    </dgm:pt>
    <dgm:pt modelId="{F11C5E09-5802-49FB-990C-CF75F3B6A389}" type="sibTrans" cxnId="{8DF91613-15C3-4892-96EE-C0077EB7ABD1}">
      <dgm:prSet/>
      <dgm:spPr/>
      <dgm:t>
        <a:bodyPr/>
        <a:lstStyle/>
        <a:p>
          <a:endParaRPr lang="en-US"/>
        </a:p>
      </dgm:t>
    </dgm:pt>
    <dgm:pt modelId="{1BA9C10D-AD77-4CBB-9628-8AB1DD358956}">
      <dgm:prSet/>
      <dgm:spPr/>
      <dgm:t>
        <a:bodyPr/>
        <a:lstStyle/>
        <a:p>
          <a:r>
            <a:rPr lang="en-US" b="1"/>
            <a:t>BruteForceDetector</a:t>
          </a:r>
          <a:endParaRPr lang="en-US"/>
        </a:p>
      </dgm:t>
    </dgm:pt>
    <dgm:pt modelId="{401F7B26-FB45-4663-8826-DC017B36EB90}" type="parTrans" cxnId="{08E128E4-A2F2-4B01-B8F8-9787DBCB44EA}">
      <dgm:prSet/>
      <dgm:spPr/>
      <dgm:t>
        <a:bodyPr/>
        <a:lstStyle/>
        <a:p>
          <a:endParaRPr lang="en-US"/>
        </a:p>
      </dgm:t>
    </dgm:pt>
    <dgm:pt modelId="{A9908897-05CB-4543-9E54-5B7CD02C83AC}" type="sibTrans" cxnId="{08E128E4-A2F2-4B01-B8F8-9787DBCB44EA}">
      <dgm:prSet/>
      <dgm:spPr/>
      <dgm:t>
        <a:bodyPr/>
        <a:lstStyle/>
        <a:p>
          <a:endParaRPr lang="en-US"/>
        </a:p>
      </dgm:t>
    </dgm:pt>
    <dgm:pt modelId="{7FB5542B-6B82-4F7A-BC6F-3E1D224D6E75}">
      <dgm:prSet/>
      <dgm:spPr/>
      <dgm:t>
        <a:bodyPr/>
        <a:lstStyle/>
        <a:p>
          <a:r>
            <a:rPr lang="en-US" b="1"/>
            <a:t>TimeAnomalyDetector</a:t>
          </a:r>
          <a:endParaRPr lang="en-US"/>
        </a:p>
      </dgm:t>
    </dgm:pt>
    <dgm:pt modelId="{8B2A26DC-DD0A-4687-859E-C9000E1C9D02}" type="parTrans" cxnId="{027F7684-43E9-4472-9F31-D068FB48477F}">
      <dgm:prSet/>
      <dgm:spPr/>
      <dgm:t>
        <a:bodyPr/>
        <a:lstStyle/>
        <a:p>
          <a:endParaRPr lang="en-US"/>
        </a:p>
      </dgm:t>
    </dgm:pt>
    <dgm:pt modelId="{BE85E43E-2A9B-4F00-AD0A-A93ECE6BB59C}" type="sibTrans" cxnId="{027F7684-43E9-4472-9F31-D068FB48477F}">
      <dgm:prSet/>
      <dgm:spPr/>
      <dgm:t>
        <a:bodyPr/>
        <a:lstStyle/>
        <a:p>
          <a:endParaRPr lang="en-US"/>
        </a:p>
      </dgm:t>
    </dgm:pt>
    <dgm:pt modelId="{362EC495-D9AD-4264-8AC2-F75872A4952F}">
      <dgm:prSet/>
      <dgm:spPr/>
      <dgm:t>
        <a:bodyPr/>
        <a:lstStyle/>
        <a:p>
          <a:r>
            <a:rPr lang="en-US" b="1"/>
            <a:t>RestrictedAccessDetector	</a:t>
          </a:r>
          <a:endParaRPr lang="en-US"/>
        </a:p>
      </dgm:t>
    </dgm:pt>
    <dgm:pt modelId="{503C3416-5718-4804-A809-1EFE163477B0}" type="parTrans" cxnId="{17DD2E67-9829-47BC-8DD6-310491DD0337}">
      <dgm:prSet/>
      <dgm:spPr/>
      <dgm:t>
        <a:bodyPr/>
        <a:lstStyle/>
        <a:p>
          <a:endParaRPr lang="en-US"/>
        </a:p>
      </dgm:t>
    </dgm:pt>
    <dgm:pt modelId="{9C538B28-6532-4B00-9868-C294F039A34E}" type="sibTrans" cxnId="{17DD2E67-9829-47BC-8DD6-310491DD0337}">
      <dgm:prSet/>
      <dgm:spPr/>
      <dgm:t>
        <a:bodyPr/>
        <a:lstStyle/>
        <a:p>
          <a:endParaRPr lang="en-US"/>
        </a:p>
      </dgm:t>
    </dgm:pt>
    <dgm:pt modelId="{0B7520FD-3B3C-4795-AD06-2B9A7BD94688}">
      <dgm:prSet/>
      <dgm:spPr/>
      <dgm:t>
        <a:bodyPr/>
        <a:lstStyle/>
        <a:p>
          <a:r>
            <a:rPr lang="en-US" b="1"/>
            <a:t>RiskAnalyzer</a:t>
          </a:r>
          <a:endParaRPr lang="en-US"/>
        </a:p>
      </dgm:t>
    </dgm:pt>
    <dgm:pt modelId="{8F5654CA-C797-4639-99F8-03BD5C0EEFCA}" type="parTrans" cxnId="{CEFEA06F-941F-4C50-8965-A0D876D161FA}">
      <dgm:prSet/>
      <dgm:spPr/>
      <dgm:t>
        <a:bodyPr/>
        <a:lstStyle/>
        <a:p>
          <a:endParaRPr lang="en-US"/>
        </a:p>
      </dgm:t>
    </dgm:pt>
    <dgm:pt modelId="{F80ED894-D821-474F-B548-61AB5644E5B8}" type="sibTrans" cxnId="{CEFEA06F-941F-4C50-8965-A0D876D161FA}">
      <dgm:prSet/>
      <dgm:spPr/>
      <dgm:t>
        <a:bodyPr/>
        <a:lstStyle/>
        <a:p>
          <a:endParaRPr lang="en-US"/>
        </a:p>
      </dgm:t>
    </dgm:pt>
    <dgm:pt modelId="{3DFDB95B-6FF2-445A-BEB2-EAC3B3B1165A}">
      <dgm:prSet/>
      <dgm:spPr/>
      <dgm:t>
        <a:bodyPr/>
        <a:lstStyle/>
        <a:p>
          <a:r>
            <a:rPr lang="en-US" b="1"/>
            <a:t>SystemMonitor</a:t>
          </a:r>
          <a:endParaRPr lang="en-US"/>
        </a:p>
      </dgm:t>
    </dgm:pt>
    <dgm:pt modelId="{F412A309-B3FB-4B14-84E8-5829FD5E4611}" type="parTrans" cxnId="{C944DE6F-E1B6-459C-A780-B447BD7DE2FF}">
      <dgm:prSet/>
      <dgm:spPr/>
      <dgm:t>
        <a:bodyPr/>
        <a:lstStyle/>
        <a:p>
          <a:endParaRPr lang="en-US"/>
        </a:p>
      </dgm:t>
    </dgm:pt>
    <dgm:pt modelId="{ED153A44-427A-46BE-89AA-F3DB21AB5341}" type="sibTrans" cxnId="{C944DE6F-E1B6-459C-A780-B447BD7DE2FF}">
      <dgm:prSet/>
      <dgm:spPr/>
      <dgm:t>
        <a:bodyPr/>
        <a:lstStyle/>
        <a:p>
          <a:endParaRPr lang="en-US"/>
        </a:p>
      </dgm:t>
    </dgm:pt>
    <dgm:pt modelId="{493EFFB5-D78C-4FDF-B458-8468A719EB65}" type="pres">
      <dgm:prSet presAssocID="{6BB8EDA5-E661-4602-935B-28016ECAA0DD}" presName="linear" presStyleCnt="0">
        <dgm:presLayoutVars>
          <dgm:animLvl val="lvl"/>
          <dgm:resizeHandles val="exact"/>
        </dgm:presLayoutVars>
      </dgm:prSet>
      <dgm:spPr/>
    </dgm:pt>
    <dgm:pt modelId="{1F797DC1-7C2D-4517-A72E-B5EC8217A491}" type="pres">
      <dgm:prSet presAssocID="{BE38872C-388E-49A1-8980-D1D10914F1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64FC2E-6DB2-4167-A708-152093202F79}" type="pres">
      <dgm:prSet presAssocID="{BE38872C-388E-49A1-8980-D1D10914F13A}" presName="childText" presStyleLbl="revTx" presStyleIdx="0" presStyleCnt="1">
        <dgm:presLayoutVars>
          <dgm:bulletEnabled val="1"/>
        </dgm:presLayoutVars>
      </dgm:prSet>
      <dgm:spPr/>
    </dgm:pt>
    <dgm:pt modelId="{FC73BEBB-FD7B-4504-B3DF-3129B00589ED}" type="pres">
      <dgm:prSet presAssocID="{0B7520FD-3B3C-4795-AD06-2B9A7BD946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F38C687-C54A-4120-B061-B8D9F2E802D5}" type="pres">
      <dgm:prSet presAssocID="{F80ED894-D821-474F-B548-61AB5644E5B8}" presName="spacer" presStyleCnt="0"/>
      <dgm:spPr/>
    </dgm:pt>
    <dgm:pt modelId="{16A6B240-9CA9-424F-AFF7-81D8CC282D35}" type="pres">
      <dgm:prSet presAssocID="{3DFDB95B-6FF2-445A-BEB2-EAC3B3B1165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F91613-15C3-4892-96EE-C0077EB7ABD1}" srcId="{6BB8EDA5-E661-4602-935B-28016ECAA0DD}" destId="{BE38872C-388E-49A1-8980-D1D10914F13A}" srcOrd="0" destOrd="0" parTransId="{9D629B49-288E-40A3-A6FC-B685FFBBFA86}" sibTransId="{F11C5E09-5802-49FB-990C-CF75F3B6A389}"/>
    <dgm:cxn modelId="{AF39621B-E201-494D-B10E-F9EB8B786D2B}" type="presOf" srcId="{BE38872C-388E-49A1-8980-D1D10914F13A}" destId="{1F797DC1-7C2D-4517-A72E-B5EC8217A491}" srcOrd="0" destOrd="0" presId="urn:microsoft.com/office/officeart/2005/8/layout/vList2"/>
    <dgm:cxn modelId="{4646472E-F0C0-4E76-A342-956BCE83DDA7}" type="presOf" srcId="{6BB8EDA5-E661-4602-935B-28016ECAA0DD}" destId="{493EFFB5-D78C-4FDF-B458-8468A719EB65}" srcOrd="0" destOrd="0" presId="urn:microsoft.com/office/officeart/2005/8/layout/vList2"/>
    <dgm:cxn modelId="{06201631-4829-41B2-9137-6DF6ED202338}" type="presOf" srcId="{1BA9C10D-AD77-4CBB-9628-8AB1DD358956}" destId="{1264FC2E-6DB2-4167-A708-152093202F79}" srcOrd="0" destOrd="0" presId="urn:microsoft.com/office/officeart/2005/8/layout/vList2"/>
    <dgm:cxn modelId="{17DD2E67-9829-47BC-8DD6-310491DD0337}" srcId="{BE38872C-388E-49A1-8980-D1D10914F13A}" destId="{362EC495-D9AD-4264-8AC2-F75872A4952F}" srcOrd="2" destOrd="0" parTransId="{503C3416-5718-4804-A809-1EFE163477B0}" sibTransId="{9C538B28-6532-4B00-9868-C294F039A34E}"/>
    <dgm:cxn modelId="{CEFEA06F-941F-4C50-8965-A0D876D161FA}" srcId="{6BB8EDA5-E661-4602-935B-28016ECAA0DD}" destId="{0B7520FD-3B3C-4795-AD06-2B9A7BD94688}" srcOrd="1" destOrd="0" parTransId="{8F5654CA-C797-4639-99F8-03BD5C0EEFCA}" sibTransId="{F80ED894-D821-474F-B548-61AB5644E5B8}"/>
    <dgm:cxn modelId="{C944DE6F-E1B6-459C-A780-B447BD7DE2FF}" srcId="{6BB8EDA5-E661-4602-935B-28016ECAA0DD}" destId="{3DFDB95B-6FF2-445A-BEB2-EAC3B3B1165A}" srcOrd="2" destOrd="0" parTransId="{F412A309-B3FB-4B14-84E8-5829FD5E4611}" sibTransId="{ED153A44-427A-46BE-89AA-F3DB21AB5341}"/>
    <dgm:cxn modelId="{57595D52-3A00-4DCD-BDBF-A18B75A1064E}" type="presOf" srcId="{3DFDB95B-6FF2-445A-BEB2-EAC3B3B1165A}" destId="{16A6B240-9CA9-424F-AFF7-81D8CC282D35}" srcOrd="0" destOrd="0" presId="urn:microsoft.com/office/officeart/2005/8/layout/vList2"/>
    <dgm:cxn modelId="{027F7684-43E9-4472-9F31-D068FB48477F}" srcId="{BE38872C-388E-49A1-8980-D1D10914F13A}" destId="{7FB5542B-6B82-4F7A-BC6F-3E1D224D6E75}" srcOrd="1" destOrd="0" parTransId="{8B2A26DC-DD0A-4687-859E-C9000E1C9D02}" sibTransId="{BE85E43E-2A9B-4F00-AD0A-A93ECE6BB59C}"/>
    <dgm:cxn modelId="{4D5B59AF-9518-444E-BC10-3FA2AF47D58F}" type="presOf" srcId="{0B7520FD-3B3C-4795-AD06-2B9A7BD94688}" destId="{FC73BEBB-FD7B-4504-B3DF-3129B00589ED}" srcOrd="0" destOrd="0" presId="urn:microsoft.com/office/officeart/2005/8/layout/vList2"/>
    <dgm:cxn modelId="{08E128E4-A2F2-4B01-B8F8-9787DBCB44EA}" srcId="{BE38872C-388E-49A1-8980-D1D10914F13A}" destId="{1BA9C10D-AD77-4CBB-9628-8AB1DD358956}" srcOrd="0" destOrd="0" parTransId="{401F7B26-FB45-4663-8826-DC017B36EB90}" sibTransId="{A9908897-05CB-4543-9E54-5B7CD02C83AC}"/>
    <dgm:cxn modelId="{11CD4DEC-D25C-4C59-A620-78342824D41D}" type="presOf" srcId="{362EC495-D9AD-4264-8AC2-F75872A4952F}" destId="{1264FC2E-6DB2-4167-A708-152093202F79}" srcOrd="0" destOrd="2" presId="urn:microsoft.com/office/officeart/2005/8/layout/vList2"/>
    <dgm:cxn modelId="{403710EE-9D59-4B6D-93C1-6E06D4EE5263}" type="presOf" srcId="{7FB5542B-6B82-4F7A-BC6F-3E1D224D6E75}" destId="{1264FC2E-6DB2-4167-A708-152093202F79}" srcOrd="0" destOrd="1" presId="urn:microsoft.com/office/officeart/2005/8/layout/vList2"/>
    <dgm:cxn modelId="{4660EADB-FD37-48B6-9C8E-37708B64C4C6}" type="presParOf" srcId="{493EFFB5-D78C-4FDF-B458-8468A719EB65}" destId="{1F797DC1-7C2D-4517-A72E-B5EC8217A491}" srcOrd="0" destOrd="0" presId="urn:microsoft.com/office/officeart/2005/8/layout/vList2"/>
    <dgm:cxn modelId="{15BC4A98-D34C-4533-B116-8956E108F91B}" type="presParOf" srcId="{493EFFB5-D78C-4FDF-B458-8468A719EB65}" destId="{1264FC2E-6DB2-4167-A708-152093202F79}" srcOrd="1" destOrd="0" presId="urn:microsoft.com/office/officeart/2005/8/layout/vList2"/>
    <dgm:cxn modelId="{F2021255-6D30-4E74-96A8-655A2D3689EA}" type="presParOf" srcId="{493EFFB5-D78C-4FDF-B458-8468A719EB65}" destId="{FC73BEBB-FD7B-4504-B3DF-3129B00589ED}" srcOrd="2" destOrd="0" presId="urn:microsoft.com/office/officeart/2005/8/layout/vList2"/>
    <dgm:cxn modelId="{F7557799-E3F7-4819-A537-4437D221A5F9}" type="presParOf" srcId="{493EFFB5-D78C-4FDF-B458-8468A719EB65}" destId="{6F38C687-C54A-4120-B061-B8D9F2E802D5}" srcOrd="3" destOrd="0" presId="urn:microsoft.com/office/officeart/2005/8/layout/vList2"/>
    <dgm:cxn modelId="{C5A79B3D-C332-45B9-89BF-9E40C0AA5C0F}" type="presParOf" srcId="{493EFFB5-D78C-4FDF-B458-8468A719EB65}" destId="{16A6B240-9CA9-424F-AFF7-81D8CC282D3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B8EDA5-E661-4602-935B-28016ECAA0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38872C-388E-49A1-8980-D1D10914F13A}">
      <dgm:prSet phldr="0" custT="1"/>
      <dgm:spPr/>
      <dgm:t>
        <a:bodyPr/>
        <a:lstStyle/>
        <a:p>
          <a:r>
            <a:rPr lang="en-US" sz="3200" b="0">
              <a:latin typeface="Avenir Next LT Pro"/>
            </a:rPr>
            <a:t>LogEntry</a:t>
          </a:r>
          <a:endParaRPr lang="en-US" sz="3200" b="0"/>
        </a:p>
      </dgm:t>
    </dgm:pt>
    <dgm:pt modelId="{9D629B49-288E-40A3-A6FC-B685FFBBFA86}" type="parTrans" cxnId="{8DF91613-15C3-4892-96EE-C0077EB7ABD1}">
      <dgm:prSet/>
      <dgm:spPr/>
      <dgm:t>
        <a:bodyPr/>
        <a:lstStyle/>
        <a:p>
          <a:endParaRPr lang="en-US"/>
        </a:p>
      </dgm:t>
    </dgm:pt>
    <dgm:pt modelId="{F11C5E09-5802-49FB-990C-CF75F3B6A389}" type="sibTrans" cxnId="{8DF91613-15C3-4892-96EE-C0077EB7ABD1}">
      <dgm:prSet/>
      <dgm:spPr/>
      <dgm:t>
        <a:bodyPr/>
        <a:lstStyle/>
        <a:p>
          <a:endParaRPr lang="en-US"/>
        </a:p>
      </dgm:t>
    </dgm:pt>
    <dgm:pt modelId="{0B7520FD-3B3C-4795-AD06-2B9A7BD94688}">
      <dgm:prSet phldr="0" custT="1"/>
      <dgm:spPr/>
      <dgm:t>
        <a:bodyPr/>
        <a:lstStyle/>
        <a:p>
          <a:r>
            <a:rPr lang="en-US" sz="3200" b="0">
              <a:latin typeface="Avenir Next LT Pro"/>
            </a:rPr>
            <a:t>User</a:t>
          </a:r>
          <a:endParaRPr lang="en-US" sz="3200" b="0"/>
        </a:p>
      </dgm:t>
    </dgm:pt>
    <dgm:pt modelId="{8F5654CA-C797-4639-99F8-03BD5C0EEFCA}" type="parTrans" cxnId="{CEFEA06F-941F-4C50-8965-A0D876D161FA}">
      <dgm:prSet/>
      <dgm:spPr/>
      <dgm:t>
        <a:bodyPr/>
        <a:lstStyle/>
        <a:p>
          <a:endParaRPr lang="en-US"/>
        </a:p>
      </dgm:t>
    </dgm:pt>
    <dgm:pt modelId="{F80ED894-D821-474F-B548-61AB5644E5B8}" type="sibTrans" cxnId="{CEFEA06F-941F-4C50-8965-A0D876D161FA}">
      <dgm:prSet/>
      <dgm:spPr/>
      <dgm:t>
        <a:bodyPr/>
        <a:lstStyle/>
        <a:p>
          <a:endParaRPr lang="en-US"/>
        </a:p>
      </dgm:t>
    </dgm:pt>
    <dgm:pt modelId="{3DFDB95B-6FF2-445A-BEB2-EAC3B3B1165A}">
      <dgm:prSet phldr="0" custT="1"/>
      <dgm:spPr/>
      <dgm:t>
        <a:bodyPr/>
        <a:lstStyle/>
        <a:p>
          <a:r>
            <a:rPr lang="en-US" sz="2800" b="0">
              <a:latin typeface="Avenir Next LT Pro"/>
            </a:rPr>
            <a:t>IPAddress</a:t>
          </a:r>
          <a:endParaRPr lang="en-US" sz="2800" b="0"/>
        </a:p>
      </dgm:t>
    </dgm:pt>
    <dgm:pt modelId="{F412A309-B3FB-4B14-84E8-5829FD5E4611}" type="parTrans" cxnId="{C944DE6F-E1B6-459C-A780-B447BD7DE2FF}">
      <dgm:prSet/>
      <dgm:spPr/>
      <dgm:t>
        <a:bodyPr/>
        <a:lstStyle/>
        <a:p>
          <a:endParaRPr lang="en-US"/>
        </a:p>
      </dgm:t>
    </dgm:pt>
    <dgm:pt modelId="{ED153A44-427A-46BE-89AA-F3DB21AB5341}" type="sibTrans" cxnId="{C944DE6F-E1B6-459C-A780-B447BD7DE2FF}">
      <dgm:prSet/>
      <dgm:spPr/>
      <dgm:t>
        <a:bodyPr/>
        <a:lstStyle/>
        <a:p>
          <a:endParaRPr lang="en-US"/>
        </a:p>
      </dgm:t>
    </dgm:pt>
    <dgm:pt modelId="{4FF7C69E-F639-469F-8CD7-96D89005D04D}">
      <dgm:prSet phldr="0" custT="1"/>
      <dgm:spPr/>
      <dgm:t>
        <a:bodyPr/>
        <a:lstStyle/>
        <a:p>
          <a:r>
            <a:rPr lang="en-US" sz="2800" b="0">
              <a:latin typeface="Avenir Next LT Pro"/>
            </a:rPr>
            <a:t>Alert</a:t>
          </a:r>
        </a:p>
      </dgm:t>
    </dgm:pt>
    <dgm:pt modelId="{768C1D4E-CFEB-45F9-A988-BF58AA74C4CF}" type="parTrans" cxnId="{5768E8C5-CF47-435E-B893-2B5790F28EC2}">
      <dgm:prSet/>
      <dgm:spPr/>
      <dgm:t>
        <a:bodyPr/>
        <a:lstStyle/>
        <a:p>
          <a:endParaRPr lang="en-GB"/>
        </a:p>
      </dgm:t>
    </dgm:pt>
    <dgm:pt modelId="{DAD7BDD7-FD40-4408-8E80-29A08EA679DF}" type="sibTrans" cxnId="{5768E8C5-CF47-435E-B893-2B5790F28EC2}">
      <dgm:prSet/>
      <dgm:spPr/>
      <dgm:t>
        <a:bodyPr/>
        <a:lstStyle/>
        <a:p>
          <a:endParaRPr lang="en-GB"/>
        </a:p>
      </dgm:t>
    </dgm:pt>
    <dgm:pt modelId="{493EFFB5-D78C-4FDF-B458-8468A719EB65}" type="pres">
      <dgm:prSet presAssocID="{6BB8EDA5-E661-4602-935B-28016ECAA0DD}" presName="linear" presStyleCnt="0">
        <dgm:presLayoutVars>
          <dgm:animLvl val="lvl"/>
          <dgm:resizeHandles val="exact"/>
        </dgm:presLayoutVars>
      </dgm:prSet>
      <dgm:spPr/>
    </dgm:pt>
    <dgm:pt modelId="{1F797DC1-7C2D-4517-A72E-B5EC8217A491}" type="pres">
      <dgm:prSet presAssocID="{BE38872C-388E-49A1-8980-D1D10914F1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A3743C8-FE51-41AB-AB2E-FF9D40A904D7}" type="pres">
      <dgm:prSet presAssocID="{F11C5E09-5802-49FB-990C-CF75F3B6A389}" presName="spacer" presStyleCnt="0"/>
      <dgm:spPr/>
    </dgm:pt>
    <dgm:pt modelId="{FC73BEBB-FD7B-4504-B3DF-3129B00589ED}" type="pres">
      <dgm:prSet presAssocID="{0B7520FD-3B3C-4795-AD06-2B9A7BD946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38C687-C54A-4120-B061-B8D9F2E802D5}" type="pres">
      <dgm:prSet presAssocID="{F80ED894-D821-474F-B548-61AB5644E5B8}" presName="spacer" presStyleCnt="0"/>
      <dgm:spPr/>
    </dgm:pt>
    <dgm:pt modelId="{16A6B240-9CA9-424F-AFF7-81D8CC282D35}" type="pres">
      <dgm:prSet presAssocID="{3DFDB95B-6FF2-445A-BEB2-EAC3B3B1165A}" presName="parentText" presStyleLbl="node1" presStyleIdx="2" presStyleCnt="4" custLinFactNeighborX="-166">
        <dgm:presLayoutVars>
          <dgm:chMax val="0"/>
          <dgm:bulletEnabled val="1"/>
        </dgm:presLayoutVars>
      </dgm:prSet>
      <dgm:spPr/>
    </dgm:pt>
    <dgm:pt modelId="{D0C66A0D-5EB0-4F6B-B2E4-0879482EC9C6}" type="pres">
      <dgm:prSet presAssocID="{ED153A44-427A-46BE-89AA-F3DB21AB5341}" presName="spacer" presStyleCnt="0"/>
      <dgm:spPr/>
    </dgm:pt>
    <dgm:pt modelId="{3F86E3B1-A7E1-40A1-916D-6740B5CB5F2C}" type="pres">
      <dgm:prSet presAssocID="{4FF7C69E-F639-469F-8CD7-96D89005D04D}" presName="parentText" presStyleLbl="node1" presStyleIdx="3" presStyleCnt="4" custLinFactNeighborY="16196">
        <dgm:presLayoutVars>
          <dgm:chMax val="0"/>
          <dgm:bulletEnabled val="1"/>
        </dgm:presLayoutVars>
      </dgm:prSet>
      <dgm:spPr/>
    </dgm:pt>
  </dgm:ptLst>
  <dgm:cxnLst>
    <dgm:cxn modelId="{8DF91613-15C3-4892-96EE-C0077EB7ABD1}" srcId="{6BB8EDA5-E661-4602-935B-28016ECAA0DD}" destId="{BE38872C-388E-49A1-8980-D1D10914F13A}" srcOrd="0" destOrd="0" parTransId="{9D629B49-288E-40A3-A6FC-B685FFBBFA86}" sibTransId="{F11C5E09-5802-49FB-990C-CF75F3B6A389}"/>
    <dgm:cxn modelId="{EFC3EA1A-BBF7-4893-BCC8-ACC4BEB196DC}" type="presOf" srcId="{4FF7C69E-F639-469F-8CD7-96D89005D04D}" destId="{3F86E3B1-A7E1-40A1-916D-6740B5CB5F2C}" srcOrd="0" destOrd="0" presId="urn:microsoft.com/office/officeart/2005/8/layout/vList2"/>
    <dgm:cxn modelId="{4646472E-F0C0-4E76-A342-956BCE83DDA7}" type="presOf" srcId="{6BB8EDA5-E661-4602-935B-28016ECAA0DD}" destId="{493EFFB5-D78C-4FDF-B458-8468A719EB65}" srcOrd="0" destOrd="0" presId="urn:microsoft.com/office/officeart/2005/8/layout/vList2"/>
    <dgm:cxn modelId="{D536CB5D-DB27-4F47-9CD6-9A67863AEEAA}" type="presOf" srcId="{BE38872C-388E-49A1-8980-D1D10914F13A}" destId="{1F797DC1-7C2D-4517-A72E-B5EC8217A491}" srcOrd="0" destOrd="0" presId="urn:microsoft.com/office/officeart/2005/8/layout/vList2"/>
    <dgm:cxn modelId="{87A8CB69-F67E-4835-8F86-2FC38E54F664}" type="presOf" srcId="{3DFDB95B-6FF2-445A-BEB2-EAC3B3B1165A}" destId="{16A6B240-9CA9-424F-AFF7-81D8CC282D35}" srcOrd="0" destOrd="0" presId="urn:microsoft.com/office/officeart/2005/8/layout/vList2"/>
    <dgm:cxn modelId="{CEFEA06F-941F-4C50-8965-A0D876D161FA}" srcId="{6BB8EDA5-E661-4602-935B-28016ECAA0DD}" destId="{0B7520FD-3B3C-4795-AD06-2B9A7BD94688}" srcOrd="1" destOrd="0" parTransId="{8F5654CA-C797-4639-99F8-03BD5C0EEFCA}" sibTransId="{F80ED894-D821-474F-B548-61AB5644E5B8}"/>
    <dgm:cxn modelId="{C944DE6F-E1B6-459C-A780-B447BD7DE2FF}" srcId="{6BB8EDA5-E661-4602-935B-28016ECAA0DD}" destId="{3DFDB95B-6FF2-445A-BEB2-EAC3B3B1165A}" srcOrd="2" destOrd="0" parTransId="{F412A309-B3FB-4B14-84E8-5829FD5E4611}" sibTransId="{ED153A44-427A-46BE-89AA-F3DB21AB5341}"/>
    <dgm:cxn modelId="{5768E8C5-CF47-435E-B893-2B5790F28EC2}" srcId="{6BB8EDA5-E661-4602-935B-28016ECAA0DD}" destId="{4FF7C69E-F639-469F-8CD7-96D89005D04D}" srcOrd="3" destOrd="0" parTransId="{768C1D4E-CFEB-45F9-A988-BF58AA74C4CF}" sibTransId="{DAD7BDD7-FD40-4408-8E80-29A08EA679DF}"/>
    <dgm:cxn modelId="{79B864F7-B8D5-49E3-9818-BA33A192DE15}" type="presOf" srcId="{0B7520FD-3B3C-4795-AD06-2B9A7BD94688}" destId="{FC73BEBB-FD7B-4504-B3DF-3129B00589ED}" srcOrd="0" destOrd="0" presId="urn:microsoft.com/office/officeart/2005/8/layout/vList2"/>
    <dgm:cxn modelId="{DD913E5C-0E33-4FFC-86B5-8954195AA676}" type="presParOf" srcId="{493EFFB5-D78C-4FDF-B458-8468A719EB65}" destId="{1F797DC1-7C2D-4517-A72E-B5EC8217A491}" srcOrd="0" destOrd="0" presId="urn:microsoft.com/office/officeart/2005/8/layout/vList2"/>
    <dgm:cxn modelId="{0906377A-D719-4487-B055-B55CBC437A50}" type="presParOf" srcId="{493EFFB5-D78C-4FDF-B458-8468A719EB65}" destId="{3A3743C8-FE51-41AB-AB2E-FF9D40A904D7}" srcOrd="1" destOrd="0" presId="urn:microsoft.com/office/officeart/2005/8/layout/vList2"/>
    <dgm:cxn modelId="{1A8F4AAE-7B1D-4C67-9671-6058EF9D2B43}" type="presParOf" srcId="{493EFFB5-D78C-4FDF-B458-8468A719EB65}" destId="{FC73BEBB-FD7B-4504-B3DF-3129B00589ED}" srcOrd="2" destOrd="0" presId="urn:microsoft.com/office/officeart/2005/8/layout/vList2"/>
    <dgm:cxn modelId="{8A9F3054-CEC7-4DB9-9DE6-0175A3D6DDB0}" type="presParOf" srcId="{493EFFB5-D78C-4FDF-B458-8468A719EB65}" destId="{6F38C687-C54A-4120-B061-B8D9F2E802D5}" srcOrd="3" destOrd="0" presId="urn:microsoft.com/office/officeart/2005/8/layout/vList2"/>
    <dgm:cxn modelId="{EB07D3AF-7911-47AB-84CB-B91282E88C0A}" type="presParOf" srcId="{493EFFB5-D78C-4FDF-B458-8468A719EB65}" destId="{16A6B240-9CA9-424F-AFF7-81D8CC282D35}" srcOrd="4" destOrd="0" presId="urn:microsoft.com/office/officeart/2005/8/layout/vList2"/>
    <dgm:cxn modelId="{C80B4052-CA58-4AB9-BFCD-3C5A929FAA89}" type="presParOf" srcId="{493EFFB5-D78C-4FDF-B458-8468A719EB65}" destId="{D0C66A0D-5EB0-4F6B-B2E4-0879482EC9C6}" srcOrd="5" destOrd="0" presId="urn:microsoft.com/office/officeart/2005/8/layout/vList2"/>
    <dgm:cxn modelId="{39AAF3B0-EF54-4B02-9AFD-6226597F6E47}" type="presParOf" srcId="{493EFFB5-D78C-4FDF-B458-8468A719EB65}" destId="{3F86E3B1-A7E1-40A1-916D-6740B5CB5F2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945EF7-FE5B-45AB-9954-5BDB724F61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50D20A4-9080-4DE6-9D44-60F28250224D}">
      <dgm:prSet/>
      <dgm:spPr/>
      <dgm:t>
        <a:bodyPr/>
        <a:lstStyle/>
        <a:p>
          <a:r>
            <a:rPr lang="en-US" b="1"/>
            <a:t>LogEntry</a:t>
          </a:r>
          <a:r>
            <a:rPr lang="en-US"/>
            <a:t> – stores log details</a:t>
          </a:r>
        </a:p>
      </dgm:t>
    </dgm:pt>
    <dgm:pt modelId="{734EA105-8D3C-4324-8FDF-46C84024094A}" type="parTrans" cxnId="{33186225-0067-4348-9613-181D9E4721D0}">
      <dgm:prSet/>
      <dgm:spPr/>
      <dgm:t>
        <a:bodyPr/>
        <a:lstStyle/>
        <a:p>
          <a:endParaRPr lang="en-US"/>
        </a:p>
      </dgm:t>
    </dgm:pt>
    <dgm:pt modelId="{39B7FF18-6B64-44A6-894B-35FEE20B9C29}" type="sibTrans" cxnId="{33186225-0067-4348-9613-181D9E4721D0}">
      <dgm:prSet/>
      <dgm:spPr/>
      <dgm:t>
        <a:bodyPr/>
        <a:lstStyle/>
        <a:p>
          <a:endParaRPr lang="en-US"/>
        </a:p>
      </dgm:t>
    </dgm:pt>
    <dgm:pt modelId="{9B801572-09E5-4335-9D93-671C542AFB56}">
      <dgm:prSet/>
      <dgm:spPr/>
      <dgm:t>
        <a:bodyPr/>
        <a:lstStyle/>
        <a:p>
          <a:r>
            <a:rPr lang="en-US" b="1"/>
            <a:t>User</a:t>
          </a:r>
          <a:r>
            <a:rPr lang="en-US"/>
            <a:t> – stores user information</a:t>
          </a:r>
        </a:p>
      </dgm:t>
    </dgm:pt>
    <dgm:pt modelId="{4606A527-0E07-420D-AEC3-6A7B717E8747}" type="parTrans" cxnId="{79A8D822-A5C6-4EB5-B256-5E86D89715CA}">
      <dgm:prSet/>
      <dgm:spPr/>
      <dgm:t>
        <a:bodyPr/>
        <a:lstStyle/>
        <a:p>
          <a:endParaRPr lang="en-US"/>
        </a:p>
      </dgm:t>
    </dgm:pt>
    <dgm:pt modelId="{2A3B277D-D8E6-482C-A035-1225B8C462B4}" type="sibTrans" cxnId="{79A8D822-A5C6-4EB5-B256-5E86D89715CA}">
      <dgm:prSet/>
      <dgm:spPr/>
      <dgm:t>
        <a:bodyPr/>
        <a:lstStyle/>
        <a:p>
          <a:endParaRPr lang="en-US"/>
        </a:p>
      </dgm:t>
    </dgm:pt>
    <dgm:pt modelId="{F83B688F-A503-484F-A7C1-FFB0153CFDFF}">
      <dgm:prSet/>
      <dgm:spPr/>
      <dgm:t>
        <a:bodyPr/>
        <a:lstStyle/>
        <a:p>
          <a:r>
            <a:rPr lang="en-US" b="1"/>
            <a:t>IPAddress</a:t>
          </a:r>
          <a:r>
            <a:rPr lang="en-US"/>
            <a:t> – stores user IP Address</a:t>
          </a:r>
        </a:p>
      </dgm:t>
    </dgm:pt>
    <dgm:pt modelId="{7B16A83C-B2F0-4E3E-BAE8-EDE99AEDFE43}" type="parTrans" cxnId="{9A633228-094F-49CB-B079-4E7538346168}">
      <dgm:prSet/>
      <dgm:spPr/>
      <dgm:t>
        <a:bodyPr/>
        <a:lstStyle/>
        <a:p>
          <a:endParaRPr lang="en-US"/>
        </a:p>
      </dgm:t>
    </dgm:pt>
    <dgm:pt modelId="{2BA28499-68D9-4A4D-8CE8-EBCAE4913731}" type="sibTrans" cxnId="{9A633228-094F-49CB-B079-4E7538346168}">
      <dgm:prSet/>
      <dgm:spPr/>
      <dgm:t>
        <a:bodyPr/>
        <a:lstStyle/>
        <a:p>
          <a:endParaRPr lang="en-US"/>
        </a:p>
      </dgm:t>
    </dgm:pt>
    <dgm:pt modelId="{0A65DC14-431D-454B-8B65-0F291AB7BF56}">
      <dgm:prSet/>
      <dgm:spPr/>
      <dgm:t>
        <a:bodyPr/>
        <a:lstStyle/>
        <a:p>
          <a:r>
            <a:rPr lang="en-US" b="1"/>
            <a:t>Alert</a:t>
          </a:r>
          <a:r>
            <a:rPr lang="en-US"/>
            <a:t> – stores warning messages</a:t>
          </a:r>
        </a:p>
      </dgm:t>
    </dgm:pt>
    <dgm:pt modelId="{856D6979-6E8B-4407-9527-737B0618C038}" type="parTrans" cxnId="{952B8778-917C-4708-995F-5289DF507423}">
      <dgm:prSet/>
      <dgm:spPr/>
      <dgm:t>
        <a:bodyPr/>
        <a:lstStyle/>
        <a:p>
          <a:endParaRPr lang="en-US"/>
        </a:p>
      </dgm:t>
    </dgm:pt>
    <dgm:pt modelId="{EFA0FC91-7CA3-4ACD-B321-3182F8B8517B}" type="sibTrans" cxnId="{952B8778-917C-4708-995F-5289DF507423}">
      <dgm:prSet/>
      <dgm:spPr/>
      <dgm:t>
        <a:bodyPr/>
        <a:lstStyle/>
        <a:p>
          <a:endParaRPr lang="en-US"/>
        </a:p>
      </dgm:t>
    </dgm:pt>
    <dgm:pt modelId="{12D33EA8-EC82-43B6-9B87-EF7791BC7177}">
      <dgm:prSet/>
      <dgm:spPr/>
      <dgm:t>
        <a:bodyPr/>
        <a:lstStyle/>
        <a:p>
          <a:r>
            <a:rPr lang="en-US" b="1"/>
            <a:t>ThreatDetecter</a:t>
          </a:r>
          <a:r>
            <a:rPr lang="en-US"/>
            <a:t> – base class for threat detection</a:t>
          </a:r>
        </a:p>
      </dgm:t>
    </dgm:pt>
    <dgm:pt modelId="{1920272D-C1DD-4BBF-95CD-6A410FADCEB1}" type="parTrans" cxnId="{91500F6C-054F-408E-A8BE-A823405CC917}">
      <dgm:prSet/>
      <dgm:spPr/>
      <dgm:t>
        <a:bodyPr/>
        <a:lstStyle/>
        <a:p>
          <a:endParaRPr lang="en-US"/>
        </a:p>
      </dgm:t>
    </dgm:pt>
    <dgm:pt modelId="{8CBA5B00-394C-4604-8135-2DE857A68BCF}" type="sibTrans" cxnId="{91500F6C-054F-408E-A8BE-A823405CC917}">
      <dgm:prSet/>
      <dgm:spPr/>
      <dgm:t>
        <a:bodyPr/>
        <a:lstStyle/>
        <a:p>
          <a:endParaRPr lang="en-US"/>
        </a:p>
      </dgm:t>
    </dgm:pt>
    <dgm:pt modelId="{9EC12265-F0B4-4A6B-90FC-75DC52FE4DE2}">
      <dgm:prSet/>
      <dgm:spPr/>
      <dgm:t>
        <a:bodyPr/>
        <a:lstStyle/>
        <a:p>
          <a:r>
            <a:rPr lang="en-US" b="1"/>
            <a:t>BruteForceDetector</a:t>
          </a:r>
          <a:r>
            <a:rPr lang="en-US"/>
            <a:t> – detects many failed logins</a:t>
          </a:r>
        </a:p>
      </dgm:t>
    </dgm:pt>
    <dgm:pt modelId="{395C524D-C85B-4564-AFC8-4EA9EA1BEADE}" type="parTrans" cxnId="{0F0A9638-371D-4ACD-B874-22A181FDB3FD}">
      <dgm:prSet/>
      <dgm:spPr/>
      <dgm:t>
        <a:bodyPr/>
        <a:lstStyle/>
        <a:p>
          <a:endParaRPr lang="en-US"/>
        </a:p>
      </dgm:t>
    </dgm:pt>
    <dgm:pt modelId="{843EB5F5-EBC5-4C1C-8A7B-309A26C99816}" type="sibTrans" cxnId="{0F0A9638-371D-4ACD-B874-22A181FDB3FD}">
      <dgm:prSet/>
      <dgm:spPr/>
      <dgm:t>
        <a:bodyPr/>
        <a:lstStyle/>
        <a:p>
          <a:endParaRPr lang="en-US"/>
        </a:p>
      </dgm:t>
    </dgm:pt>
    <dgm:pt modelId="{0165D7F5-9C13-4A6B-8518-DAE6AD2D53ED}">
      <dgm:prSet/>
      <dgm:spPr/>
      <dgm:t>
        <a:bodyPr/>
        <a:lstStyle/>
        <a:p>
          <a:r>
            <a:rPr lang="en-US" b="1"/>
            <a:t>TimeAnomalyDetector</a:t>
          </a:r>
          <a:r>
            <a:rPr lang="en-US"/>
            <a:t> - detect unusual login times</a:t>
          </a:r>
        </a:p>
      </dgm:t>
    </dgm:pt>
    <dgm:pt modelId="{7180AD96-7400-49CD-82E1-A70968807FC1}" type="parTrans" cxnId="{C76A67A9-A209-41DF-9BE1-BAD159577FB9}">
      <dgm:prSet/>
      <dgm:spPr/>
      <dgm:t>
        <a:bodyPr/>
        <a:lstStyle/>
        <a:p>
          <a:endParaRPr lang="en-US"/>
        </a:p>
      </dgm:t>
    </dgm:pt>
    <dgm:pt modelId="{CF3B1666-B726-4EDD-9DD5-6FA1675D9E7C}" type="sibTrans" cxnId="{C76A67A9-A209-41DF-9BE1-BAD159577FB9}">
      <dgm:prSet/>
      <dgm:spPr/>
      <dgm:t>
        <a:bodyPr/>
        <a:lstStyle/>
        <a:p>
          <a:endParaRPr lang="en-US"/>
        </a:p>
      </dgm:t>
    </dgm:pt>
    <dgm:pt modelId="{1F053EDF-9474-445C-8C4A-9C877BD38B84}">
      <dgm:prSet/>
      <dgm:spPr/>
      <dgm:t>
        <a:bodyPr/>
        <a:lstStyle/>
        <a:p>
          <a:r>
            <a:rPr lang="en-US" b="1"/>
            <a:t>RestrictedAccessDetector</a:t>
          </a:r>
          <a:r>
            <a:rPr lang="en-US"/>
            <a:t> – detects unauthorized access</a:t>
          </a:r>
        </a:p>
      </dgm:t>
    </dgm:pt>
    <dgm:pt modelId="{AD45BC8A-7113-4168-A368-BA147B9A577F}" type="parTrans" cxnId="{E199B10C-E755-48C1-B8A0-BBD7DA2DA5E5}">
      <dgm:prSet/>
      <dgm:spPr/>
      <dgm:t>
        <a:bodyPr/>
        <a:lstStyle/>
        <a:p>
          <a:endParaRPr lang="en-US"/>
        </a:p>
      </dgm:t>
    </dgm:pt>
    <dgm:pt modelId="{F023C7EA-B929-4315-931A-E2FFB0DEB511}" type="sibTrans" cxnId="{E199B10C-E755-48C1-B8A0-BBD7DA2DA5E5}">
      <dgm:prSet/>
      <dgm:spPr/>
      <dgm:t>
        <a:bodyPr/>
        <a:lstStyle/>
        <a:p>
          <a:endParaRPr lang="en-US"/>
        </a:p>
      </dgm:t>
    </dgm:pt>
    <dgm:pt modelId="{73ADA671-5EDE-4824-9775-51BAAF37380F}">
      <dgm:prSet/>
      <dgm:spPr/>
      <dgm:t>
        <a:bodyPr/>
        <a:lstStyle/>
        <a:p>
          <a:r>
            <a:rPr lang="en-US" b="1"/>
            <a:t>RiskAnalyzer</a:t>
          </a:r>
          <a:r>
            <a:rPr lang="en-US"/>
            <a:t> – checks most suspicious activity</a:t>
          </a:r>
        </a:p>
      </dgm:t>
    </dgm:pt>
    <dgm:pt modelId="{8CD7B9A3-3EB4-4B32-9591-682ABC7250C5}" type="parTrans" cxnId="{CA948584-AB3A-4C63-BA11-4C2B9EDFC0AD}">
      <dgm:prSet/>
      <dgm:spPr/>
      <dgm:t>
        <a:bodyPr/>
        <a:lstStyle/>
        <a:p>
          <a:endParaRPr lang="en-US"/>
        </a:p>
      </dgm:t>
    </dgm:pt>
    <dgm:pt modelId="{CEF0071B-00CC-45D1-8337-AF69040173E7}" type="sibTrans" cxnId="{CA948584-AB3A-4C63-BA11-4C2B9EDFC0AD}">
      <dgm:prSet/>
      <dgm:spPr/>
      <dgm:t>
        <a:bodyPr/>
        <a:lstStyle/>
        <a:p>
          <a:endParaRPr lang="en-US"/>
        </a:p>
      </dgm:t>
    </dgm:pt>
    <dgm:pt modelId="{1983E5B3-8338-4A33-B84B-D43695E186F0}">
      <dgm:prSet/>
      <dgm:spPr/>
      <dgm:t>
        <a:bodyPr/>
        <a:lstStyle/>
        <a:p>
          <a:r>
            <a:rPr lang="en-US" b="1"/>
            <a:t>SystemMonitor</a:t>
          </a:r>
          <a:r>
            <a:rPr lang="en-US"/>
            <a:t> - manages the whole system</a:t>
          </a:r>
        </a:p>
      </dgm:t>
    </dgm:pt>
    <dgm:pt modelId="{9F2C5BF7-D21C-46BB-8897-63C7C4659CD5}" type="parTrans" cxnId="{C79D316E-0483-42B2-A572-F09FE508E9FE}">
      <dgm:prSet/>
      <dgm:spPr/>
      <dgm:t>
        <a:bodyPr/>
        <a:lstStyle/>
        <a:p>
          <a:endParaRPr lang="en-US"/>
        </a:p>
      </dgm:t>
    </dgm:pt>
    <dgm:pt modelId="{915A5A14-4C8E-4469-A65A-AD1B43CB3E71}" type="sibTrans" cxnId="{C79D316E-0483-42B2-A572-F09FE508E9FE}">
      <dgm:prSet/>
      <dgm:spPr/>
      <dgm:t>
        <a:bodyPr/>
        <a:lstStyle/>
        <a:p>
          <a:endParaRPr lang="en-US"/>
        </a:p>
      </dgm:t>
    </dgm:pt>
    <dgm:pt modelId="{0F2F4859-7B1A-4820-B520-4300F48EFA6F}" type="pres">
      <dgm:prSet presAssocID="{A1945EF7-FE5B-45AB-9954-5BDB724F618E}" presName="linear" presStyleCnt="0">
        <dgm:presLayoutVars>
          <dgm:animLvl val="lvl"/>
          <dgm:resizeHandles val="exact"/>
        </dgm:presLayoutVars>
      </dgm:prSet>
      <dgm:spPr/>
    </dgm:pt>
    <dgm:pt modelId="{7758393D-4606-4018-8D7F-E5C53B0597E8}" type="pres">
      <dgm:prSet presAssocID="{350D20A4-9080-4DE6-9D44-60F28250224D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7D2C01E0-1AB7-4B34-A0F9-6C77C2C40922}" type="pres">
      <dgm:prSet presAssocID="{39B7FF18-6B64-44A6-894B-35FEE20B9C29}" presName="spacer" presStyleCnt="0"/>
      <dgm:spPr/>
    </dgm:pt>
    <dgm:pt modelId="{4F8269AC-2001-4A82-AB81-4E73CA38A496}" type="pres">
      <dgm:prSet presAssocID="{9B801572-09E5-4335-9D93-671C542AFB56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7A7753C8-7AD2-49AA-9516-BB93B982BBCE}" type="pres">
      <dgm:prSet presAssocID="{2A3B277D-D8E6-482C-A035-1225B8C462B4}" presName="spacer" presStyleCnt="0"/>
      <dgm:spPr/>
    </dgm:pt>
    <dgm:pt modelId="{14FE8962-5AF9-4640-AF82-3460DE888CFB}" type="pres">
      <dgm:prSet presAssocID="{F83B688F-A503-484F-A7C1-FFB0153CFDFF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6A556873-11D9-4DDF-999D-591D992FB2E0}" type="pres">
      <dgm:prSet presAssocID="{2BA28499-68D9-4A4D-8CE8-EBCAE4913731}" presName="spacer" presStyleCnt="0"/>
      <dgm:spPr/>
    </dgm:pt>
    <dgm:pt modelId="{89C319F6-8DAC-4F90-8859-615EFA54B29E}" type="pres">
      <dgm:prSet presAssocID="{0A65DC14-431D-454B-8B65-0F291AB7BF56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7F857EE7-8D40-4441-8C65-0E9C28854B9A}" type="pres">
      <dgm:prSet presAssocID="{EFA0FC91-7CA3-4ACD-B321-3182F8B8517B}" presName="spacer" presStyleCnt="0"/>
      <dgm:spPr/>
    </dgm:pt>
    <dgm:pt modelId="{025892CC-D518-49D0-A285-6AA7ACE5F29E}" type="pres">
      <dgm:prSet presAssocID="{12D33EA8-EC82-43B6-9B87-EF7791BC7177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C55EC9CF-3F1E-424F-B7D1-8AA76E7A7113}" type="pres">
      <dgm:prSet presAssocID="{8CBA5B00-394C-4604-8135-2DE857A68BCF}" presName="spacer" presStyleCnt="0"/>
      <dgm:spPr/>
    </dgm:pt>
    <dgm:pt modelId="{FAFC7F9B-D041-48B8-B202-52F1C4C5AADC}" type="pres">
      <dgm:prSet presAssocID="{9EC12265-F0B4-4A6B-90FC-75DC52FE4DE2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E82ACE12-7749-4FDC-BD96-EC1D6AAA0835}" type="pres">
      <dgm:prSet presAssocID="{843EB5F5-EBC5-4C1C-8A7B-309A26C99816}" presName="spacer" presStyleCnt="0"/>
      <dgm:spPr/>
    </dgm:pt>
    <dgm:pt modelId="{D7563A9A-13E7-43DC-BE84-B8DED399A388}" type="pres">
      <dgm:prSet presAssocID="{0165D7F5-9C13-4A6B-8518-DAE6AD2D53ED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3FAA8A77-9C9F-4D2D-873C-D04EDF20418D}" type="pres">
      <dgm:prSet presAssocID="{CF3B1666-B726-4EDD-9DD5-6FA1675D9E7C}" presName="spacer" presStyleCnt="0"/>
      <dgm:spPr/>
    </dgm:pt>
    <dgm:pt modelId="{2CE1BED0-5F62-4E0F-A654-4FEFF9DCE4FF}" type="pres">
      <dgm:prSet presAssocID="{1F053EDF-9474-445C-8C4A-9C877BD38B84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42DC1DCA-A49E-436A-924E-373C4D26478C}" type="pres">
      <dgm:prSet presAssocID="{F023C7EA-B929-4315-931A-E2FFB0DEB511}" presName="spacer" presStyleCnt="0"/>
      <dgm:spPr/>
    </dgm:pt>
    <dgm:pt modelId="{5AEB9498-1EE5-45C1-B1D0-B659EF1C6469}" type="pres">
      <dgm:prSet presAssocID="{73ADA671-5EDE-4824-9775-51BAAF37380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7C203BC6-C012-4882-BD69-ADD9B5D762C1}" type="pres">
      <dgm:prSet presAssocID="{CEF0071B-00CC-45D1-8337-AF69040173E7}" presName="spacer" presStyleCnt="0"/>
      <dgm:spPr/>
    </dgm:pt>
    <dgm:pt modelId="{D4381054-BF4D-4D4C-917A-D1B16B08D7EA}" type="pres">
      <dgm:prSet presAssocID="{1983E5B3-8338-4A33-B84B-D43695E186F0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E199B10C-E755-48C1-B8A0-BBD7DA2DA5E5}" srcId="{A1945EF7-FE5B-45AB-9954-5BDB724F618E}" destId="{1F053EDF-9474-445C-8C4A-9C877BD38B84}" srcOrd="7" destOrd="0" parTransId="{AD45BC8A-7113-4168-A368-BA147B9A577F}" sibTransId="{F023C7EA-B929-4315-931A-E2FFB0DEB511}"/>
    <dgm:cxn modelId="{E45BCA12-E728-41F0-BC53-974229011ABC}" type="presOf" srcId="{1983E5B3-8338-4A33-B84B-D43695E186F0}" destId="{D4381054-BF4D-4D4C-917A-D1B16B08D7EA}" srcOrd="0" destOrd="0" presId="urn:microsoft.com/office/officeart/2005/8/layout/vList2"/>
    <dgm:cxn modelId="{64B6EF13-73A0-4BEA-8F23-6A22AC2A8A01}" type="presOf" srcId="{350D20A4-9080-4DE6-9D44-60F28250224D}" destId="{7758393D-4606-4018-8D7F-E5C53B0597E8}" srcOrd="0" destOrd="0" presId="urn:microsoft.com/office/officeart/2005/8/layout/vList2"/>
    <dgm:cxn modelId="{79A8D822-A5C6-4EB5-B256-5E86D89715CA}" srcId="{A1945EF7-FE5B-45AB-9954-5BDB724F618E}" destId="{9B801572-09E5-4335-9D93-671C542AFB56}" srcOrd="1" destOrd="0" parTransId="{4606A527-0E07-420D-AEC3-6A7B717E8747}" sibTransId="{2A3B277D-D8E6-482C-A035-1225B8C462B4}"/>
    <dgm:cxn modelId="{33186225-0067-4348-9613-181D9E4721D0}" srcId="{A1945EF7-FE5B-45AB-9954-5BDB724F618E}" destId="{350D20A4-9080-4DE6-9D44-60F28250224D}" srcOrd="0" destOrd="0" parTransId="{734EA105-8D3C-4324-8FDF-46C84024094A}" sibTransId="{39B7FF18-6B64-44A6-894B-35FEE20B9C29}"/>
    <dgm:cxn modelId="{1C67DF25-1D1F-44A0-B411-005CFA2C135A}" type="presOf" srcId="{9EC12265-F0B4-4A6B-90FC-75DC52FE4DE2}" destId="{FAFC7F9B-D041-48B8-B202-52F1C4C5AADC}" srcOrd="0" destOrd="0" presId="urn:microsoft.com/office/officeart/2005/8/layout/vList2"/>
    <dgm:cxn modelId="{9A633228-094F-49CB-B079-4E7538346168}" srcId="{A1945EF7-FE5B-45AB-9954-5BDB724F618E}" destId="{F83B688F-A503-484F-A7C1-FFB0153CFDFF}" srcOrd="2" destOrd="0" parTransId="{7B16A83C-B2F0-4E3E-BAE8-EDE99AEDFE43}" sibTransId="{2BA28499-68D9-4A4D-8CE8-EBCAE4913731}"/>
    <dgm:cxn modelId="{0F0A9638-371D-4ACD-B874-22A181FDB3FD}" srcId="{A1945EF7-FE5B-45AB-9954-5BDB724F618E}" destId="{9EC12265-F0B4-4A6B-90FC-75DC52FE4DE2}" srcOrd="5" destOrd="0" parTransId="{395C524D-C85B-4564-AFC8-4EA9EA1BEADE}" sibTransId="{843EB5F5-EBC5-4C1C-8A7B-309A26C99816}"/>
    <dgm:cxn modelId="{44C43947-E986-4559-9D2B-6A3FB3036378}" type="presOf" srcId="{1F053EDF-9474-445C-8C4A-9C877BD38B84}" destId="{2CE1BED0-5F62-4E0F-A654-4FEFF9DCE4FF}" srcOrd="0" destOrd="0" presId="urn:microsoft.com/office/officeart/2005/8/layout/vList2"/>
    <dgm:cxn modelId="{91500F6C-054F-408E-A8BE-A823405CC917}" srcId="{A1945EF7-FE5B-45AB-9954-5BDB724F618E}" destId="{12D33EA8-EC82-43B6-9B87-EF7791BC7177}" srcOrd="4" destOrd="0" parTransId="{1920272D-C1DD-4BBF-95CD-6A410FADCEB1}" sibTransId="{8CBA5B00-394C-4604-8135-2DE857A68BCF}"/>
    <dgm:cxn modelId="{C79D316E-0483-42B2-A572-F09FE508E9FE}" srcId="{A1945EF7-FE5B-45AB-9954-5BDB724F618E}" destId="{1983E5B3-8338-4A33-B84B-D43695E186F0}" srcOrd="9" destOrd="0" parTransId="{9F2C5BF7-D21C-46BB-8897-63C7C4659CD5}" sibTransId="{915A5A14-4C8E-4469-A65A-AD1B43CB3E71}"/>
    <dgm:cxn modelId="{89D59471-2E76-490C-8C1C-38E60DCF3D4C}" type="presOf" srcId="{9B801572-09E5-4335-9D93-671C542AFB56}" destId="{4F8269AC-2001-4A82-AB81-4E73CA38A496}" srcOrd="0" destOrd="0" presId="urn:microsoft.com/office/officeart/2005/8/layout/vList2"/>
    <dgm:cxn modelId="{9C2F2E76-5676-4E99-B2AF-2C0AA5C6BE0E}" type="presOf" srcId="{F83B688F-A503-484F-A7C1-FFB0153CFDFF}" destId="{14FE8962-5AF9-4640-AF82-3460DE888CFB}" srcOrd="0" destOrd="0" presId="urn:microsoft.com/office/officeart/2005/8/layout/vList2"/>
    <dgm:cxn modelId="{BFFAFD57-D0AC-4C57-AD78-B4F75B3B2C3D}" type="presOf" srcId="{0A65DC14-431D-454B-8B65-0F291AB7BF56}" destId="{89C319F6-8DAC-4F90-8859-615EFA54B29E}" srcOrd="0" destOrd="0" presId="urn:microsoft.com/office/officeart/2005/8/layout/vList2"/>
    <dgm:cxn modelId="{952B8778-917C-4708-995F-5289DF507423}" srcId="{A1945EF7-FE5B-45AB-9954-5BDB724F618E}" destId="{0A65DC14-431D-454B-8B65-0F291AB7BF56}" srcOrd="3" destOrd="0" parTransId="{856D6979-6E8B-4407-9527-737B0618C038}" sibTransId="{EFA0FC91-7CA3-4ACD-B321-3182F8B8517B}"/>
    <dgm:cxn modelId="{C028A780-E6D1-4DFE-9BBE-949561ADD879}" type="presOf" srcId="{12D33EA8-EC82-43B6-9B87-EF7791BC7177}" destId="{025892CC-D518-49D0-A285-6AA7ACE5F29E}" srcOrd="0" destOrd="0" presId="urn:microsoft.com/office/officeart/2005/8/layout/vList2"/>
    <dgm:cxn modelId="{CA948584-AB3A-4C63-BA11-4C2B9EDFC0AD}" srcId="{A1945EF7-FE5B-45AB-9954-5BDB724F618E}" destId="{73ADA671-5EDE-4824-9775-51BAAF37380F}" srcOrd="8" destOrd="0" parTransId="{8CD7B9A3-3EB4-4B32-9591-682ABC7250C5}" sibTransId="{CEF0071B-00CC-45D1-8337-AF69040173E7}"/>
    <dgm:cxn modelId="{C76A67A9-A209-41DF-9BE1-BAD159577FB9}" srcId="{A1945EF7-FE5B-45AB-9954-5BDB724F618E}" destId="{0165D7F5-9C13-4A6B-8518-DAE6AD2D53ED}" srcOrd="6" destOrd="0" parTransId="{7180AD96-7400-49CD-82E1-A70968807FC1}" sibTransId="{CF3B1666-B726-4EDD-9DD5-6FA1675D9E7C}"/>
    <dgm:cxn modelId="{4571F4B0-E1EE-463B-A88B-9270714A7B54}" type="presOf" srcId="{A1945EF7-FE5B-45AB-9954-5BDB724F618E}" destId="{0F2F4859-7B1A-4820-B520-4300F48EFA6F}" srcOrd="0" destOrd="0" presId="urn:microsoft.com/office/officeart/2005/8/layout/vList2"/>
    <dgm:cxn modelId="{73BEABBE-34BA-4398-9643-4341AEF78CD5}" type="presOf" srcId="{0165D7F5-9C13-4A6B-8518-DAE6AD2D53ED}" destId="{D7563A9A-13E7-43DC-BE84-B8DED399A388}" srcOrd="0" destOrd="0" presId="urn:microsoft.com/office/officeart/2005/8/layout/vList2"/>
    <dgm:cxn modelId="{BB30B7E4-4D56-4407-87FB-4E290A4FD1D4}" type="presOf" srcId="{73ADA671-5EDE-4824-9775-51BAAF37380F}" destId="{5AEB9498-1EE5-45C1-B1D0-B659EF1C6469}" srcOrd="0" destOrd="0" presId="urn:microsoft.com/office/officeart/2005/8/layout/vList2"/>
    <dgm:cxn modelId="{5C9EF527-F9D6-4C2E-B715-73BB1469C0EE}" type="presParOf" srcId="{0F2F4859-7B1A-4820-B520-4300F48EFA6F}" destId="{7758393D-4606-4018-8D7F-E5C53B0597E8}" srcOrd="0" destOrd="0" presId="urn:microsoft.com/office/officeart/2005/8/layout/vList2"/>
    <dgm:cxn modelId="{09EEBA77-13AB-4A01-BB80-A15358A9D4F3}" type="presParOf" srcId="{0F2F4859-7B1A-4820-B520-4300F48EFA6F}" destId="{7D2C01E0-1AB7-4B34-A0F9-6C77C2C40922}" srcOrd="1" destOrd="0" presId="urn:microsoft.com/office/officeart/2005/8/layout/vList2"/>
    <dgm:cxn modelId="{2BE29E8A-4A9A-487C-B914-EFDE184600DE}" type="presParOf" srcId="{0F2F4859-7B1A-4820-B520-4300F48EFA6F}" destId="{4F8269AC-2001-4A82-AB81-4E73CA38A496}" srcOrd="2" destOrd="0" presId="urn:microsoft.com/office/officeart/2005/8/layout/vList2"/>
    <dgm:cxn modelId="{1CB40514-7830-409E-9295-726C1915564E}" type="presParOf" srcId="{0F2F4859-7B1A-4820-B520-4300F48EFA6F}" destId="{7A7753C8-7AD2-49AA-9516-BB93B982BBCE}" srcOrd="3" destOrd="0" presId="urn:microsoft.com/office/officeart/2005/8/layout/vList2"/>
    <dgm:cxn modelId="{28B0F0D6-C3F1-4973-B015-7FE4AE3EDA7A}" type="presParOf" srcId="{0F2F4859-7B1A-4820-B520-4300F48EFA6F}" destId="{14FE8962-5AF9-4640-AF82-3460DE888CFB}" srcOrd="4" destOrd="0" presId="urn:microsoft.com/office/officeart/2005/8/layout/vList2"/>
    <dgm:cxn modelId="{DB882A9E-6466-4BDB-9F86-07A1AED6EFB3}" type="presParOf" srcId="{0F2F4859-7B1A-4820-B520-4300F48EFA6F}" destId="{6A556873-11D9-4DDF-999D-591D992FB2E0}" srcOrd="5" destOrd="0" presId="urn:microsoft.com/office/officeart/2005/8/layout/vList2"/>
    <dgm:cxn modelId="{110B53F3-C615-4077-89C3-EDD28F4BBC40}" type="presParOf" srcId="{0F2F4859-7B1A-4820-B520-4300F48EFA6F}" destId="{89C319F6-8DAC-4F90-8859-615EFA54B29E}" srcOrd="6" destOrd="0" presId="urn:microsoft.com/office/officeart/2005/8/layout/vList2"/>
    <dgm:cxn modelId="{F022B398-82FE-410D-B3F8-6307B9011E13}" type="presParOf" srcId="{0F2F4859-7B1A-4820-B520-4300F48EFA6F}" destId="{7F857EE7-8D40-4441-8C65-0E9C28854B9A}" srcOrd="7" destOrd="0" presId="urn:microsoft.com/office/officeart/2005/8/layout/vList2"/>
    <dgm:cxn modelId="{3C7CDBEF-634C-4A4A-BC68-EFBB83023F5C}" type="presParOf" srcId="{0F2F4859-7B1A-4820-B520-4300F48EFA6F}" destId="{025892CC-D518-49D0-A285-6AA7ACE5F29E}" srcOrd="8" destOrd="0" presId="urn:microsoft.com/office/officeart/2005/8/layout/vList2"/>
    <dgm:cxn modelId="{942E078A-450B-4B01-A70A-895019BC59C5}" type="presParOf" srcId="{0F2F4859-7B1A-4820-B520-4300F48EFA6F}" destId="{C55EC9CF-3F1E-424F-B7D1-8AA76E7A7113}" srcOrd="9" destOrd="0" presId="urn:microsoft.com/office/officeart/2005/8/layout/vList2"/>
    <dgm:cxn modelId="{20B5DD71-1432-4BBF-A526-21B5AA933A83}" type="presParOf" srcId="{0F2F4859-7B1A-4820-B520-4300F48EFA6F}" destId="{FAFC7F9B-D041-48B8-B202-52F1C4C5AADC}" srcOrd="10" destOrd="0" presId="urn:microsoft.com/office/officeart/2005/8/layout/vList2"/>
    <dgm:cxn modelId="{87960A0D-798C-4A0E-963D-84BD9E9BCA65}" type="presParOf" srcId="{0F2F4859-7B1A-4820-B520-4300F48EFA6F}" destId="{E82ACE12-7749-4FDC-BD96-EC1D6AAA0835}" srcOrd="11" destOrd="0" presId="urn:microsoft.com/office/officeart/2005/8/layout/vList2"/>
    <dgm:cxn modelId="{DB767044-5B59-4DBF-91CD-FD64C9BCC977}" type="presParOf" srcId="{0F2F4859-7B1A-4820-B520-4300F48EFA6F}" destId="{D7563A9A-13E7-43DC-BE84-B8DED399A388}" srcOrd="12" destOrd="0" presId="urn:microsoft.com/office/officeart/2005/8/layout/vList2"/>
    <dgm:cxn modelId="{2C94C098-A4DE-4CD0-A372-2ABB5877A279}" type="presParOf" srcId="{0F2F4859-7B1A-4820-B520-4300F48EFA6F}" destId="{3FAA8A77-9C9F-4D2D-873C-D04EDF20418D}" srcOrd="13" destOrd="0" presId="urn:microsoft.com/office/officeart/2005/8/layout/vList2"/>
    <dgm:cxn modelId="{155A66A1-5893-402D-8F8D-BBB745CDF5F2}" type="presParOf" srcId="{0F2F4859-7B1A-4820-B520-4300F48EFA6F}" destId="{2CE1BED0-5F62-4E0F-A654-4FEFF9DCE4FF}" srcOrd="14" destOrd="0" presId="urn:microsoft.com/office/officeart/2005/8/layout/vList2"/>
    <dgm:cxn modelId="{F6B5DD1E-765E-40B5-8AE9-C550CE38EFC5}" type="presParOf" srcId="{0F2F4859-7B1A-4820-B520-4300F48EFA6F}" destId="{42DC1DCA-A49E-436A-924E-373C4D26478C}" srcOrd="15" destOrd="0" presId="urn:microsoft.com/office/officeart/2005/8/layout/vList2"/>
    <dgm:cxn modelId="{0107D1E5-BC71-4D75-8CC4-D1A4AFA2E9B0}" type="presParOf" srcId="{0F2F4859-7B1A-4820-B520-4300F48EFA6F}" destId="{5AEB9498-1EE5-45C1-B1D0-B659EF1C6469}" srcOrd="16" destOrd="0" presId="urn:microsoft.com/office/officeart/2005/8/layout/vList2"/>
    <dgm:cxn modelId="{BDD1B6FE-1A2A-41EB-9F4A-F8E5062BB776}" type="presParOf" srcId="{0F2F4859-7B1A-4820-B520-4300F48EFA6F}" destId="{7C203BC6-C012-4882-BD69-ADD9B5D762C1}" srcOrd="17" destOrd="0" presId="urn:microsoft.com/office/officeart/2005/8/layout/vList2"/>
    <dgm:cxn modelId="{A60AD000-4C89-43B1-8301-A735BD0551C5}" type="presParOf" srcId="{0F2F4859-7B1A-4820-B520-4300F48EFA6F}" destId="{D4381054-BF4D-4D4C-917A-D1B16B08D7EA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BC07CB-5B2C-46DB-84F2-836116A0FF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68D69A-408F-4517-B611-FD90EF94321C}">
      <dgm:prSet phldrT="[Text]" phldr="0"/>
      <dgm:spPr/>
      <dgm:t>
        <a:bodyPr/>
        <a:lstStyle/>
        <a:p>
          <a:pPr rtl="0"/>
          <a:r>
            <a:rPr lang="en-US" sz="2400" b="1" noProof="1">
              <a:latin typeface="Avenir Next LT Pro Light"/>
            </a:rPr>
            <a:t>Inheritance:</a:t>
          </a:r>
        </a:p>
      </dgm:t>
    </dgm:pt>
    <dgm:pt modelId="{D1408978-40D1-414A-945B-D03A17FEC243}" type="parTrans" cxnId="{CA1BA27B-0B19-4437-B21F-97AE7618A93A}">
      <dgm:prSet/>
      <dgm:spPr/>
      <dgm:t>
        <a:bodyPr/>
        <a:lstStyle/>
        <a:p>
          <a:endParaRPr lang="en-US"/>
        </a:p>
      </dgm:t>
    </dgm:pt>
    <dgm:pt modelId="{BF8AF52F-4D0B-4BF7-B49B-63E66D60B937}" type="sibTrans" cxnId="{CA1BA27B-0B19-4437-B21F-97AE7618A93A}">
      <dgm:prSet/>
      <dgm:spPr/>
      <dgm:t>
        <a:bodyPr/>
        <a:lstStyle/>
        <a:p>
          <a:endParaRPr lang="en-US"/>
        </a:p>
      </dgm:t>
    </dgm:pt>
    <dgm:pt modelId="{8AE0E393-F3C2-42C6-A176-8CA3576AE124}">
      <dgm:prSet phldrT="[Text]" phldr="0"/>
      <dgm:spPr/>
      <dgm:t>
        <a:bodyPr/>
        <a:lstStyle/>
        <a:p>
          <a:r>
            <a:rPr lang="en-US" sz="2400" b="1" noProof="1">
              <a:latin typeface="Avenir Next LT Pro Light"/>
            </a:rPr>
            <a:t>Composition:</a:t>
          </a:r>
          <a:endParaRPr lang="en-US" noProof="1"/>
        </a:p>
      </dgm:t>
    </dgm:pt>
    <dgm:pt modelId="{00CA3D49-50B7-44C0-8231-BA2F8821FA2A}" type="parTrans" cxnId="{265F9742-78E8-40B0-A674-E28ECE350AAD}">
      <dgm:prSet/>
      <dgm:spPr/>
      <dgm:t>
        <a:bodyPr/>
        <a:lstStyle/>
        <a:p>
          <a:endParaRPr lang="en-US"/>
        </a:p>
      </dgm:t>
    </dgm:pt>
    <dgm:pt modelId="{1EE78B7D-C429-4595-89DD-6736CDB16756}" type="sibTrans" cxnId="{265F9742-78E8-40B0-A674-E28ECE350AAD}">
      <dgm:prSet/>
      <dgm:spPr/>
      <dgm:t>
        <a:bodyPr/>
        <a:lstStyle/>
        <a:p>
          <a:endParaRPr lang="en-US"/>
        </a:p>
      </dgm:t>
    </dgm:pt>
    <dgm:pt modelId="{B61B02A4-285A-4452-9455-A421A3B8DFEE}">
      <dgm:prSet phldr="0"/>
      <dgm:spPr/>
      <dgm:t>
        <a:bodyPr/>
        <a:lstStyle/>
        <a:p>
          <a:pPr rtl="0"/>
          <a:r>
            <a:rPr lang="en-US" b="1" noProof="1">
              <a:latin typeface="Avenir Next LT Pro Light"/>
            </a:rPr>
            <a:t>BruteForceDetector</a:t>
          </a:r>
          <a:r>
            <a:rPr lang="en-US" noProof="1">
              <a:latin typeface="Avenir Next LT Pro Light"/>
            </a:rPr>
            <a:t>, </a:t>
          </a:r>
          <a:r>
            <a:rPr lang="en-US" b="1" noProof="1">
              <a:latin typeface="Avenir Next LT Pro Light"/>
            </a:rPr>
            <a:t>TimeAnomalyDetector</a:t>
          </a:r>
          <a:r>
            <a:rPr lang="en-US" noProof="1">
              <a:latin typeface="Avenir Next LT Pro Light"/>
            </a:rPr>
            <a:t>, </a:t>
          </a:r>
          <a:r>
            <a:rPr lang="en-US" b="0" noProof="1">
              <a:latin typeface="Avenir Next LT Pro Light"/>
            </a:rPr>
            <a:t>and</a:t>
          </a:r>
          <a:r>
            <a:rPr lang="en-US" b="1" noProof="1">
              <a:latin typeface="Avenir Next LT Pro Light"/>
            </a:rPr>
            <a:t> RestrictedAccessDetector </a:t>
          </a:r>
          <a:r>
            <a:rPr lang="en-US" noProof="1">
              <a:latin typeface="Avenir Next LT Pro Light"/>
            </a:rPr>
            <a:t>classes</a:t>
          </a:r>
          <a:r>
            <a:rPr lang="en-US" b="1" noProof="1">
              <a:latin typeface="Avenir Next LT Pro Light"/>
            </a:rPr>
            <a:t> </a:t>
          </a:r>
          <a:r>
            <a:rPr lang="en-US" noProof="1">
              <a:latin typeface="Avenir Next LT Pro Light"/>
            </a:rPr>
            <a:t>all inherit from the </a:t>
          </a:r>
          <a:r>
            <a:rPr lang="en-US" b="0" noProof="1">
              <a:latin typeface="Avenir Next LT Pro Light"/>
            </a:rPr>
            <a:t>class</a:t>
          </a:r>
          <a:r>
            <a:rPr lang="en-US" b="1" noProof="1">
              <a:latin typeface="Avenir Next LT Pro Light"/>
            </a:rPr>
            <a:t> ThreatDetector.</a:t>
          </a:r>
          <a:br>
            <a:rPr lang="en-US" b="1" noProof="1">
              <a:latin typeface="Avenir Next LT Pro Light"/>
            </a:rPr>
          </a:br>
          <a:endParaRPr lang="en-US" noProof="1">
            <a:latin typeface="Avenir Next LT Pro Light"/>
          </a:endParaRPr>
        </a:p>
      </dgm:t>
    </dgm:pt>
    <dgm:pt modelId="{55315FEF-B02F-4989-8FC0-3408696EC0FE}" type="parTrans" cxnId="{DE7F9A71-4D28-48BD-835C-FE50AA6036D0}">
      <dgm:prSet/>
      <dgm:spPr/>
    </dgm:pt>
    <dgm:pt modelId="{94CD7344-1472-49E7-8B35-4E350F7DEB57}" type="sibTrans" cxnId="{DE7F9A71-4D28-48BD-835C-FE50AA6036D0}">
      <dgm:prSet/>
      <dgm:spPr/>
    </dgm:pt>
    <dgm:pt modelId="{85B95345-FC70-4069-B248-3130F48C22A1}">
      <dgm:prSet phldr="0"/>
      <dgm:spPr/>
      <dgm:t>
        <a:bodyPr/>
        <a:lstStyle/>
        <a:p>
          <a:pPr rtl="0"/>
          <a:r>
            <a:rPr lang="en-US" b="1" noProof="1">
              <a:latin typeface="Avenir Next LT Pro Light"/>
            </a:rPr>
            <a:t>SystemMonitor </a:t>
          </a:r>
          <a:r>
            <a:rPr lang="en-US" noProof="1">
              <a:latin typeface="Avenir Next LT Pro Light"/>
            </a:rPr>
            <a:t>class contains the </a:t>
          </a:r>
          <a:r>
            <a:rPr lang="en-US" b="1" noProof="1">
              <a:latin typeface="Avenir Next LT Pro Light"/>
            </a:rPr>
            <a:t>Logs</a:t>
          </a:r>
          <a:r>
            <a:rPr lang="en-US" noProof="1">
              <a:latin typeface="Avenir Next LT Pro Light"/>
            </a:rPr>
            <a:t>, </a:t>
          </a:r>
          <a:r>
            <a:rPr lang="en-US" b="1" noProof="1">
              <a:latin typeface="Avenir Next LT Pro Light"/>
            </a:rPr>
            <a:t>Alerts</a:t>
          </a:r>
          <a:r>
            <a:rPr lang="en-US" noProof="1">
              <a:latin typeface="Avenir Next LT Pro Light"/>
            </a:rPr>
            <a:t>, and </a:t>
          </a:r>
          <a:r>
            <a:rPr lang="en-US" b="1" noProof="1">
              <a:latin typeface="Avenir Next LT Pro Light"/>
            </a:rPr>
            <a:t>Detectors </a:t>
          </a:r>
          <a:r>
            <a:rPr lang="en-US" noProof="1">
              <a:latin typeface="Avenir Next LT Pro Light"/>
            </a:rPr>
            <a:t>classes.</a:t>
          </a:r>
        </a:p>
      </dgm:t>
    </dgm:pt>
    <dgm:pt modelId="{22E710E3-4C48-4A62-B8D4-A3704E6CC019}" type="parTrans" cxnId="{E4CEA1B3-7D00-4286-A1BC-022C87EFBA16}">
      <dgm:prSet/>
      <dgm:spPr/>
    </dgm:pt>
    <dgm:pt modelId="{717FE010-7396-4E03-9818-689E2DCE507F}" type="sibTrans" cxnId="{E4CEA1B3-7D00-4286-A1BC-022C87EFBA16}">
      <dgm:prSet/>
      <dgm:spPr/>
    </dgm:pt>
    <dgm:pt modelId="{F5DC4624-7D27-4CD7-9F0F-D33F7DF3A37C}" type="pres">
      <dgm:prSet presAssocID="{ACBC07CB-5B2C-46DB-84F2-836116A0FF2D}" presName="linear" presStyleCnt="0">
        <dgm:presLayoutVars>
          <dgm:animLvl val="lvl"/>
          <dgm:resizeHandles val="exact"/>
        </dgm:presLayoutVars>
      </dgm:prSet>
      <dgm:spPr/>
    </dgm:pt>
    <dgm:pt modelId="{93A82636-0BF3-4714-A24B-C16FDBDC6BC1}" type="pres">
      <dgm:prSet presAssocID="{DF68D69A-408F-4517-B611-FD90EF9432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20FA3C-DE1A-40B6-A454-DA22F5518FD4}" type="pres">
      <dgm:prSet presAssocID="{DF68D69A-408F-4517-B611-FD90EF94321C}" presName="childText" presStyleLbl="revTx" presStyleIdx="0" presStyleCnt="2">
        <dgm:presLayoutVars>
          <dgm:bulletEnabled val="1"/>
        </dgm:presLayoutVars>
      </dgm:prSet>
      <dgm:spPr/>
    </dgm:pt>
    <dgm:pt modelId="{CF527368-0CB8-4E50-855C-4229946DEE50}" type="pres">
      <dgm:prSet presAssocID="{8AE0E393-F3C2-42C6-A176-8CA3576AE1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579AB99-1606-4AFC-875C-2F1716CDA718}" type="pres">
      <dgm:prSet presAssocID="{8AE0E393-F3C2-42C6-A176-8CA3576AE12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029341F-4469-46E6-A32E-31C90D3D42EB}" type="presOf" srcId="{85B95345-FC70-4069-B248-3130F48C22A1}" destId="{8579AB99-1606-4AFC-875C-2F1716CDA718}" srcOrd="0" destOrd="0" presId="urn:microsoft.com/office/officeart/2005/8/layout/vList2"/>
    <dgm:cxn modelId="{C51F275F-A556-4311-A5F8-64D747368FDB}" type="presOf" srcId="{8AE0E393-F3C2-42C6-A176-8CA3576AE124}" destId="{CF527368-0CB8-4E50-855C-4229946DEE50}" srcOrd="0" destOrd="0" presId="urn:microsoft.com/office/officeart/2005/8/layout/vList2"/>
    <dgm:cxn modelId="{265F9742-78E8-40B0-A674-E28ECE350AAD}" srcId="{ACBC07CB-5B2C-46DB-84F2-836116A0FF2D}" destId="{8AE0E393-F3C2-42C6-A176-8CA3576AE124}" srcOrd="1" destOrd="0" parTransId="{00CA3D49-50B7-44C0-8231-BA2F8821FA2A}" sibTransId="{1EE78B7D-C429-4595-89DD-6736CDB16756}"/>
    <dgm:cxn modelId="{34275F6C-CC65-406D-8109-D43C7E1BEACE}" type="presOf" srcId="{ACBC07CB-5B2C-46DB-84F2-836116A0FF2D}" destId="{F5DC4624-7D27-4CD7-9F0F-D33F7DF3A37C}" srcOrd="0" destOrd="0" presId="urn:microsoft.com/office/officeart/2005/8/layout/vList2"/>
    <dgm:cxn modelId="{DE7F9A71-4D28-48BD-835C-FE50AA6036D0}" srcId="{DF68D69A-408F-4517-B611-FD90EF94321C}" destId="{B61B02A4-285A-4452-9455-A421A3B8DFEE}" srcOrd="0" destOrd="0" parTransId="{55315FEF-B02F-4989-8FC0-3408696EC0FE}" sibTransId="{94CD7344-1472-49E7-8B35-4E350F7DEB57}"/>
    <dgm:cxn modelId="{CA1BA27B-0B19-4437-B21F-97AE7618A93A}" srcId="{ACBC07CB-5B2C-46DB-84F2-836116A0FF2D}" destId="{DF68D69A-408F-4517-B611-FD90EF94321C}" srcOrd="0" destOrd="0" parTransId="{D1408978-40D1-414A-945B-D03A17FEC243}" sibTransId="{BF8AF52F-4D0B-4BF7-B49B-63E66D60B937}"/>
    <dgm:cxn modelId="{E4CEA1B3-7D00-4286-A1BC-022C87EFBA16}" srcId="{8AE0E393-F3C2-42C6-A176-8CA3576AE124}" destId="{85B95345-FC70-4069-B248-3130F48C22A1}" srcOrd="0" destOrd="0" parTransId="{22E710E3-4C48-4A62-B8D4-A3704E6CC019}" sibTransId="{717FE010-7396-4E03-9818-689E2DCE507F}"/>
    <dgm:cxn modelId="{B70228CB-AE99-408E-8502-92785C6A7196}" type="presOf" srcId="{B61B02A4-285A-4452-9455-A421A3B8DFEE}" destId="{2220FA3C-DE1A-40B6-A454-DA22F5518FD4}" srcOrd="0" destOrd="0" presId="urn:microsoft.com/office/officeart/2005/8/layout/vList2"/>
    <dgm:cxn modelId="{DC7B33EA-53F2-48A5-954D-78F4E064183F}" type="presOf" srcId="{DF68D69A-408F-4517-B611-FD90EF94321C}" destId="{93A82636-0BF3-4714-A24B-C16FDBDC6BC1}" srcOrd="0" destOrd="0" presId="urn:microsoft.com/office/officeart/2005/8/layout/vList2"/>
    <dgm:cxn modelId="{132C52BA-AE47-47CB-BF05-687BC5383F3E}" type="presParOf" srcId="{F5DC4624-7D27-4CD7-9F0F-D33F7DF3A37C}" destId="{93A82636-0BF3-4714-A24B-C16FDBDC6BC1}" srcOrd="0" destOrd="0" presId="urn:microsoft.com/office/officeart/2005/8/layout/vList2"/>
    <dgm:cxn modelId="{EDB8BFB2-BB95-4DFE-BB5B-D6AA89DFE058}" type="presParOf" srcId="{F5DC4624-7D27-4CD7-9F0F-D33F7DF3A37C}" destId="{2220FA3C-DE1A-40B6-A454-DA22F5518FD4}" srcOrd="1" destOrd="0" presId="urn:microsoft.com/office/officeart/2005/8/layout/vList2"/>
    <dgm:cxn modelId="{72ECC44B-FB0A-4666-BA5F-7F9CCEC1B606}" type="presParOf" srcId="{F5DC4624-7D27-4CD7-9F0F-D33F7DF3A37C}" destId="{CF527368-0CB8-4E50-855C-4229946DEE50}" srcOrd="2" destOrd="0" presId="urn:microsoft.com/office/officeart/2005/8/layout/vList2"/>
    <dgm:cxn modelId="{4CEE1079-E62B-41E8-BB30-877F8D578C6B}" type="presParOf" srcId="{F5DC4624-7D27-4CD7-9F0F-D33F7DF3A37C}" destId="{8579AB99-1606-4AFC-875C-2F1716CDA71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97DC1-7C2D-4517-A72E-B5EC8217A491}">
      <dsp:nvSpPr>
        <dsp:cNvPr id="0" name=""/>
        <dsp:cNvSpPr/>
      </dsp:nvSpPr>
      <dsp:spPr>
        <a:xfrm>
          <a:off x="0" y="222806"/>
          <a:ext cx="4917056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ThreatDetector (base class)</a:t>
          </a:r>
          <a:endParaRPr lang="en-US" sz="2900" kern="1200"/>
        </a:p>
      </dsp:txBody>
      <dsp:txXfrm>
        <a:off x="33955" y="256761"/>
        <a:ext cx="4849146" cy="627655"/>
      </dsp:txXfrm>
    </dsp:sp>
    <dsp:sp modelId="{1264FC2E-6DB2-4167-A708-152093202F79}">
      <dsp:nvSpPr>
        <dsp:cNvPr id="0" name=""/>
        <dsp:cNvSpPr/>
      </dsp:nvSpPr>
      <dsp:spPr>
        <a:xfrm>
          <a:off x="0" y="918372"/>
          <a:ext cx="4917056" cy="1200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117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BruteForceDetector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TimeAnomalyDetector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/>
            <a:t>RestrictedAccessDetector	</a:t>
          </a:r>
          <a:endParaRPr lang="en-US" sz="2300" kern="1200"/>
        </a:p>
      </dsp:txBody>
      <dsp:txXfrm>
        <a:off x="0" y="918372"/>
        <a:ext cx="4917056" cy="1200599"/>
      </dsp:txXfrm>
    </dsp:sp>
    <dsp:sp modelId="{FC73BEBB-FD7B-4504-B3DF-3129B00589ED}">
      <dsp:nvSpPr>
        <dsp:cNvPr id="0" name=""/>
        <dsp:cNvSpPr/>
      </dsp:nvSpPr>
      <dsp:spPr>
        <a:xfrm>
          <a:off x="0" y="2118972"/>
          <a:ext cx="4917056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RiskAnalyzer</a:t>
          </a:r>
          <a:endParaRPr lang="en-US" sz="2900" kern="1200"/>
        </a:p>
      </dsp:txBody>
      <dsp:txXfrm>
        <a:off x="33955" y="2152927"/>
        <a:ext cx="4849146" cy="627655"/>
      </dsp:txXfrm>
    </dsp:sp>
    <dsp:sp modelId="{16A6B240-9CA9-424F-AFF7-81D8CC282D35}">
      <dsp:nvSpPr>
        <dsp:cNvPr id="0" name=""/>
        <dsp:cNvSpPr/>
      </dsp:nvSpPr>
      <dsp:spPr>
        <a:xfrm>
          <a:off x="0" y="2898057"/>
          <a:ext cx="4917056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SystemMonitor</a:t>
          </a:r>
          <a:endParaRPr lang="en-US" sz="2900" kern="1200"/>
        </a:p>
      </dsp:txBody>
      <dsp:txXfrm>
        <a:off x="33955" y="2932012"/>
        <a:ext cx="4849146" cy="62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97DC1-7C2D-4517-A72E-B5EC8217A491}">
      <dsp:nvSpPr>
        <dsp:cNvPr id="0" name=""/>
        <dsp:cNvSpPr/>
      </dsp:nvSpPr>
      <dsp:spPr>
        <a:xfrm>
          <a:off x="0" y="16776"/>
          <a:ext cx="3978172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>
              <a:latin typeface="Avenir Next LT Pro"/>
            </a:rPr>
            <a:t>LogEntry</a:t>
          </a:r>
          <a:endParaRPr lang="en-US" sz="3200" b="0" kern="1200"/>
        </a:p>
      </dsp:txBody>
      <dsp:txXfrm>
        <a:off x="37696" y="54472"/>
        <a:ext cx="3902780" cy="696808"/>
      </dsp:txXfrm>
    </dsp:sp>
    <dsp:sp modelId="{FC73BEBB-FD7B-4504-B3DF-3129B00589ED}">
      <dsp:nvSpPr>
        <dsp:cNvPr id="0" name=""/>
        <dsp:cNvSpPr/>
      </dsp:nvSpPr>
      <dsp:spPr>
        <a:xfrm>
          <a:off x="0" y="875377"/>
          <a:ext cx="3978172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>
              <a:latin typeface="Avenir Next LT Pro"/>
            </a:rPr>
            <a:t>User</a:t>
          </a:r>
          <a:endParaRPr lang="en-US" sz="3200" b="0" kern="1200"/>
        </a:p>
      </dsp:txBody>
      <dsp:txXfrm>
        <a:off x="37696" y="913073"/>
        <a:ext cx="3902780" cy="696808"/>
      </dsp:txXfrm>
    </dsp:sp>
    <dsp:sp modelId="{16A6B240-9CA9-424F-AFF7-81D8CC282D35}">
      <dsp:nvSpPr>
        <dsp:cNvPr id="0" name=""/>
        <dsp:cNvSpPr/>
      </dsp:nvSpPr>
      <dsp:spPr>
        <a:xfrm>
          <a:off x="0" y="1733976"/>
          <a:ext cx="3978172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latin typeface="Avenir Next LT Pro"/>
            </a:rPr>
            <a:t>IPAddress</a:t>
          </a:r>
          <a:endParaRPr lang="en-US" sz="2800" b="0" kern="1200"/>
        </a:p>
      </dsp:txBody>
      <dsp:txXfrm>
        <a:off x="37696" y="1771672"/>
        <a:ext cx="3902780" cy="696808"/>
      </dsp:txXfrm>
    </dsp:sp>
    <dsp:sp modelId="{3F86E3B1-A7E1-40A1-916D-6740B5CB5F2C}">
      <dsp:nvSpPr>
        <dsp:cNvPr id="0" name=""/>
        <dsp:cNvSpPr/>
      </dsp:nvSpPr>
      <dsp:spPr>
        <a:xfrm>
          <a:off x="0" y="2606570"/>
          <a:ext cx="3978172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latin typeface="Avenir Next LT Pro"/>
            </a:rPr>
            <a:t>Alert</a:t>
          </a:r>
        </a:p>
      </dsp:txBody>
      <dsp:txXfrm>
        <a:off x="37696" y="2644266"/>
        <a:ext cx="3902780" cy="6968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8393D-4606-4018-8D7F-E5C53B0597E8}">
      <dsp:nvSpPr>
        <dsp:cNvPr id="0" name=""/>
        <dsp:cNvSpPr/>
      </dsp:nvSpPr>
      <dsp:spPr>
        <a:xfrm>
          <a:off x="0" y="18519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LogEntry</a:t>
          </a:r>
          <a:r>
            <a:rPr lang="en-US" sz="1700" kern="1200"/>
            <a:t> – stores log details</a:t>
          </a:r>
        </a:p>
      </dsp:txBody>
      <dsp:txXfrm>
        <a:off x="19904" y="38423"/>
        <a:ext cx="8875594" cy="367937"/>
      </dsp:txXfrm>
    </dsp:sp>
    <dsp:sp modelId="{4F8269AC-2001-4A82-AB81-4E73CA38A496}">
      <dsp:nvSpPr>
        <dsp:cNvPr id="0" name=""/>
        <dsp:cNvSpPr/>
      </dsp:nvSpPr>
      <dsp:spPr>
        <a:xfrm>
          <a:off x="0" y="475224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User</a:t>
          </a:r>
          <a:r>
            <a:rPr lang="en-US" sz="1700" kern="1200"/>
            <a:t> – stores user information</a:t>
          </a:r>
        </a:p>
      </dsp:txBody>
      <dsp:txXfrm>
        <a:off x="19904" y="495128"/>
        <a:ext cx="8875594" cy="367937"/>
      </dsp:txXfrm>
    </dsp:sp>
    <dsp:sp modelId="{14FE8962-5AF9-4640-AF82-3460DE888CFB}">
      <dsp:nvSpPr>
        <dsp:cNvPr id="0" name=""/>
        <dsp:cNvSpPr/>
      </dsp:nvSpPr>
      <dsp:spPr>
        <a:xfrm>
          <a:off x="0" y="931929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IPAddress</a:t>
          </a:r>
          <a:r>
            <a:rPr lang="en-US" sz="1700" kern="1200"/>
            <a:t> – stores user IP Address</a:t>
          </a:r>
        </a:p>
      </dsp:txBody>
      <dsp:txXfrm>
        <a:off x="19904" y="951833"/>
        <a:ext cx="8875594" cy="367937"/>
      </dsp:txXfrm>
    </dsp:sp>
    <dsp:sp modelId="{89C319F6-8DAC-4F90-8859-615EFA54B29E}">
      <dsp:nvSpPr>
        <dsp:cNvPr id="0" name=""/>
        <dsp:cNvSpPr/>
      </dsp:nvSpPr>
      <dsp:spPr>
        <a:xfrm>
          <a:off x="0" y="1388634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Alert</a:t>
          </a:r>
          <a:r>
            <a:rPr lang="en-US" sz="1700" kern="1200"/>
            <a:t> – stores warning messages</a:t>
          </a:r>
        </a:p>
      </dsp:txBody>
      <dsp:txXfrm>
        <a:off x="19904" y="1408538"/>
        <a:ext cx="8875594" cy="367937"/>
      </dsp:txXfrm>
    </dsp:sp>
    <dsp:sp modelId="{025892CC-D518-49D0-A285-6AA7ACE5F29E}">
      <dsp:nvSpPr>
        <dsp:cNvPr id="0" name=""/>
        <dsp:cNvSpPr/>
      </dsp:nvSpPr>
      <dsp:spPr>
        <a:xfrm>
          <a:off x="0" y="1845339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ThreatDetecter</a:t>
          </a:r>
          <a:r>
            <a:rPr lang="en-US" sz="1700" kern="1200"/>
            <a:t> – base class for threat detection</a:t>
          </a:r>
        </a:p>
      </dsp:txBody>
      <dsp:txXfrm>
        <a:off x="19904" y="1865243"/>
        <a:ext cx="8875594" cy="367937"/>
      </dsp:txXfrm>
    </dsp:sp>
    <dsp:sp modelId="{FAFC7F9B-D041-48B8-B202-52F1C4C5AADC}">
      <dsp:nvSpPr>
        <dsp:cNvPr id="0" name=""/>
        <dsp:cNvSpPr/>
      </dsp:nvSpPr>
      <dsp:spPr>
        <a:xfrm>
          <a:off x="0" y="2302044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BruteForceDetector</a:t>
          </a:r>
          <a:r>
            <a:rPr lang="en-US" sz="1700" kern="1200"/>
            <a:t> – detects many failed logins</a:t>
          </a:r>
        </a:p>
      </dsp:txBody>
      <dsp:txXfrm>
        <a:off x="19904" y="2321948"/>
        <a:ext cx="8875594" cy="367937"/>
      </dsp:txXfrm>
    </dsp:sp>
    <dsp:sp modelId="{D7563A9A-13E7-43DC-BE84-B8DED399A388}">
      <dsp:nvSpPr>
        <dsp:cNvPr id="0" name=""/>
        <dsp:cNvSpPr/>
      </dsp:nvSpPr>
      <dsp:spPr>
        <a:xfrm>
          <a:off x="0" y="2758749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TimeAnomalyDetector</a:t>
          </a:r>
          <a:r>
            <a:rPr lang="en-US" sz="1700" kern="1200"/>
            <a:t> - detect unusual login times</a:t>
          </a:r>
        </a:p>
      </dsp:txBody>
      <dsp:txXfrm>
        <a:off x="19904" y="2778653"/>
        <a:ext cx="8875594" cy="367937"/>
      </dsp:txXfrm>
    </dsp:sp>
    <dsp:sp modelId="{2CE1BED0-5F62-4E0F-A654-4FEFF9DCE4FF}">
      <dsp:nvSpPr>
        <dsp:cNvPr id="0" name=""/>
        <dsp:cNvSpPr/>
      </dsp:nvSpPr>
      <dsp:spPr>
        <a:xfrm>
          <a:off x="0" y="3215454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RestrictedAccessDetector</a:t>
          </a:r>
          <a:r>
            <a:rPr lang="en-US" sz="1700" kern="1200"/>
            <a:t> – detects unauthorized access</a:t>
          </a:r>
        </a:p>
      </dsp:txBody>
      <dsp:txXfrm>
        <a:off x="19904" y="3235358"/>
        <a:ext cx="8875594" cy="367937"/>
      </dsp:txXfrm>
    </dsp:sp>
    <dsp:sp modelId="{5AEB9498-1EE5-45C1-B1D0-B659EF1C6469}">
      <dsp:nvSpPr>
        <dsp:cNvPr id="0" name=""/>
        <dsp:cNvSpPr/>
      </dsp:nvSpPr>
      <dsp:spPr>
        <a:xfrm>
          <a:off x="0" y="3672159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RiskAnalyzer</a:t>
          </a:r>
          <a:r>
            <a:rPr lang="en-US" sz="1700" kern="1200"/>
            <a:t> – checks most suspicious activity</a:t>
          </a:r>
        </a:p>
      </dsp:txBody>
      <dsp:txXfrm>
        <a:off x="19904" y="3692063"/>
        <a:ext cx="8875594" cy="367937"/>
      </dsp:txXfrm>
    </dsp:sp>
    <dsp:sp modelId="{D4381054-BF4D-4D4C-917A-D1B16B08D7EA}">
      <dsp:nvSpPr>
        <dsp:cNvPr id="0" name=""/>
        <dsp:cNvSpPr/>
      </dsp:nvSpPr>
      <dsp:spPr>
        <a:xfrm>
          <a:off x="0" y="4128864"/>
          <a:ext cx="891540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SystemMonitor</a:t>
          </a:r>
          <a:r>
            <a:rPr lang="en-US" sz="1700" kern="1200"/>
            <a:t> - manages the whole system</a:t>
          </a:r>
        </a:p>
      </dsp:txBody>
      <dsp:txXfrm>
        <a:off x="19904" y="4148768"/>
        <a:ext cx="8875594" cy="367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82636-0BF3-4714-A24B-C16FDBDC6BC1}">
      <dsp:nvSpPr>
        <dsp:cNvPr id="0" name=""/>
        <dsp:cNvSpPr/>
      </dsp:nvSpPr>
      <dsp:spPr>
        <a:xfrm>
          <a:off x="0" y="525696"/>
          <a:ext cx="7705396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noProof="1">
              <a:latin typeface="Avenir Next LT Pro Light"/>
            </a:rPr>
            <a:t>Inheritance:</a:t>
          </a:r>
        </a:p>
      </dsp:txBody>
      <dsp:txXfrm>
        <a:off x="38638" y="564334"/>
        <a:ext cx="7628120" cy="714229"/>
      </dsp:txXfrm>
    </dsp:sp>
    <dsp:sp modelId="{2220FA3C-DE1A-40B6-A454-DA22F5518FD4}">
      <dsp:nvSpPr>
        <dsp:cNvPr id="0" name=""/>
        <dsp:cNvSpPr/>
      </dsp:nvSpPr>
      <dsp:spPr>
        <a:xfrm>
          <a:off x="0" y="1317201"/>
          <a:ext cx="7705396" cy="1536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646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1" kern="1200" noProof="1">
              <a:latin typeface="Avenir Next LT Pro Light"/>
            </a:rPr>
            <a:t>BruteForceDetector</a:t>
          </a:r>
          <a:r>
            <a:rPr lang="en-US" sz="2600" kern="1200" noProof="1">
              <a:latin typeface="Avenir Next LT Pro Light"/>
            </a:rPr>
            <a:t>, </a:t>
          </a:r>
          <a:r>
            <a:rPr lang="en-US" sz="2600" b="1" kern="1200" noProof="1">
              <a:latin typeface="Avenir Next LT Pro Light"/>
            </a:rPr>
            <a:t>TimeAnomalyDetector</a:t>
          </a:r>
          <a:r>
            <a:rPr lang="en-US" sz="2600" kern="1200" noProof="1">
              <a:latin typeface="Avenir Next LT Pro Light"/>
            </a:rPr>
            <a:t>, </a:t>
          </a:r>
          <a:r>
            <a:rPr lang="en-US" sz="2600" b="0" kern="1200" noProof="1">
              <a:latin typeface="Avenir Next LT Pro Light"/>
            </a:rPr>
            <a:t>and</a:t>
          </a:r>
          <a:r>
            <a:rPr lang="en-US" sz="2600" b="1" kern="1200" noProof="1">
              <a:latin typeface="Avenir Next LT Pro Light"/>
            </a:rPr>
            <a:t> RestrictedAccessDetector </a:t>
          </a:r>
          <a:r>
            <a:rPr lang="en-US" sz="2600" kern="1200" noProof="1">
              <a:latin typeface="Avenir Next LT Pro Light"/>
            </a:rPr>
            <a:t>classes</a:t>
          </a:r>
          <a:r>
            <a:rPr lang="en-US" sz="2600" b="1" kern="1200" noProof="1">
              <a:latin typeface="Avenir Next LT Pro Light"/>
            </a:rPr>
            <a:t> </a:t>
          </a:r>
          <a:r>
            <a:rPr lang="en-US" sz="2600" kern="1200" noProof="1">
              <a:latin typeface="Avenir Next LT Pro Light"/>
            </a:rPr>
            <a:t>all inherit from the </a:t>
          </a:r>
          <a:r>
            <a:rPr lang="en-US" sz="2600" b="0" kern="1200" noProof="1">
              <a:latin typeface="Avenir Next LT Pro Light"/>
            </a:rPr>
            <a:t>class</a:t>
          </a:r>
          <a:r>
            <a:rPr lang="en-US" sz="2600" b="1" kern="1200" noProof="1">
              <a:latin typeface="Avenir Next LT Pro Light"/>
            </a:rPr>
            <a:t> ThreatDetector.</a:t>
          </a:r>
          <a:br>
            <a:rPr lang="en-US" sz="2600" b="1" kern="1200" noProof="1">
              <a:latin typeface="Avenir Next LT Pro Light"/>
            </a:rPr>
          </a:br>
          <a:endParaRPr lang="en-US" sz="2600" kern="1200" noProof="1">
            <a:latin typeface="Avenir Next LT Pro Light"/>
          </a:endParaRPr>
        </a:p>
      </dsp:txBody>
      <dsp:txXfrm>
        <a:off x="0" y="1317201"/>
        <a:ext cx="7705396" cy="1536975"/>
      </dsp:txXfrm>
    </dsp:sp>
    <dsp:sp modelId="{CF527368-0CB8-4E50-855C-4229946DEE50}">
      <dsp:nvSpPr>
        <dsp:cNvPr id="0" name=""/>
        <dsp:cNvSpPr/>
      </dsp:nvSpPr>
      <dsp:spPr>
        <a:xfrm>
          <a:off x="0" y="2854177"/>
          <a:ext cx="7705396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 noProof="1">
              <a:latin typeface="Avenir Next LT Pro Light"/>
            </a:rPr>
            <a:t>Composition:</a:t>
          </a:r>
          <a:endParaRPr lang="en-US" sz="3300" kern="1200" noProof="1"/>
        </a:p>
      </dsp:txBody>
      <dsp:txXfrm>
        <a:off x="38638" y="2892815"/>
        <a:ext cx="7628120" cy="714229"/>
      </dsp:txXfrm>
    </dsp:sp>
    <dsp:sp modelId="{8579AB99-1606-4AFC-875C-2F1716CDA718}">
      <dsp:nvSpPr>
        <dsp:cNvPr id="0" name=""/>
        <dsp:cNvSpPr/>
      </dsp:nvSpPr>
      <dsp:spPr>
        <a:xfrm>
          <a:off x="0" y="3645682"/>
          <a:ext cx="7705396" cy="81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646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1" kern="1200" noProof="1">
              <a:latin typeface="Avenir Next LT Pro Light"/>
            </a:rPr>
            <a:t>SystemMonitor </a:t>
          </a:r>
          <a:r>
            <a:rPr lang="en-US" sz="2600" kern="1200" noProof="1">
              <a:latin typeface="Avenir Next LT Pro Light"/>
            </a:rPr>
            <a:t>class contains the </a:t>
          </a:r>
          <a:r>
            <a:rPr lang="en-US" sz="2600" b="1" kern="1200" noProof="1">
              <a:latin typeface="Avenir Next LT Pro Light"/>
            </a:rPr>
            <a:t>Logs</a:t>
          </a:r>
          <a:r>
            <a:rPr lang="en-US" sz="2600" kern="1200" noProof="1">
              <a:latin typeface="Avenir Next LT Pro Light"/>
            </a:rPr>
            <a:t>, </a:t>
          </a:r>
          <a:r>
            <a:rPr lang="en-US" sz="2600" b="1" kern="1200" noProof="1">
              <a:latin typeface="Avenir Next LT Pro Light"/>
            </a:rPr>
            <a:t>Alerts</a:t>
          </a:r>
          <a:r>
            <a:rPr lang="en-US" sz="2600" kern="1200" noProof="1">
              <a:latin typeface="Avenir Next LT Pro Light"/>
            </a:rPr>
            <a:t>, and </a:t>
          </a:r>
          <a:r>
            <a:rPr lang="en-US" sz="2600" b="1" kern="1200" noProof="1">
              <a:latin typeface="Avenir Next LT Pro Light"/>
            </a:rPr>
            <a:t>Detectors </a:t>
          </a:r>
          <a:r>
            <a:rPr lang="en-US" sz="2600" kern="1200" noProof="1">
              <a:latin typeface="Avenir Next LT Pro Light"/>
            </a:rPr>
            <a:t>classes.</a:t>
          </a:r>
        </a:p>
      </dsp:txBody>
      <dsp:txXfrm>
        <a:off x="0" y="3645682"/>
        <a:ext cx="7705396" cy="819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61802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49604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62443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5414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04671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49113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39113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96277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81705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15892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48912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ransition spd="med">
    <p:pull/>
  </p:transition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1CE6CDF-ADB7-468C-85C9-B20A076F3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9EA3C6-5BB9-4426-BF58-2B808502F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0A35E7-9EF6-40E1-A6C5-0B6D3D724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371600"/>
            <a:ext cx="11389581" cy="411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DDAE9-CBE3-45E4-536A-913CE0B4A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799" y="2176549"/>
            <a:ext cx="5676901" cy="144746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OOP Project : CyberShield – Cyber Threat Detection System</a:t>
            </a:r>
            <a:endParaRPr lang="en-GB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94CA1-4811-FA83-FE8B-6DE0EBDA1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6799" y="3858564"/>
            <a:ext cx="5676901" cy="10611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Done by group 1</a:t>
            </a:r>
            <a:endParaRPr lang="en-GB" sz="16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FC3E80-29CB-12AD-B67C-3B8197C4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05"/>
          <a:stretch>
            <a:fillRect/>
          </a:stretch>
        </p:blipFill>
        <p:spPr>
          <a:xfrm>
            <a:off x="-1" y="1371600"/>
            <a:ext cx="407669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469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BF1CB8-C4D2-46A7-900D-7B057EBD2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7ED37-AD62-4555-A369-81CC3152B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514851" y="-819151"/>
            <a:ext cx="4800600" cy="10553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23279-E902-EF71-1869-A858066A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990" y="344588"/>
            <a:ext cx="9282979" cy="1079188"/>
          </a:xfrm>
        </p:spPr>
        <p:txBody>
          <a:bodyPr anchor="ctr">
            <a:normAutofit/>
          </a:bodyPr>
          <a:lstStyle/>
          <a:p>
            <a:r>
              <a:rPr lang="en-GB"/>
              <a:t>Description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8585-3CB3-95D0-9048-8DFD4CBA2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0" y="2687515"/>
            <a:ext cx="7315199" cy="354036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200" b="1"/>
              <a:t>Idea:</a:t>
            </a:r>
          </a:p>
          <a:p>
            <a:pPr marL="274320" lvl="1" indent="0">
              <a:lnSpc>
                <a:spcPct val="110000"/>
              </a:lnSpc>
              <a:buNone/>
            </a:pPr>
            <a:r>
              <a:rPr lang="en-US" sz="2200" b="1"/>
              <a:t>A C++ console-based system that analyzes system logs (like login attempts and access records) and detects suspicious activities (possible cyber attacks).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2200" b="1"/>
              <a:t>System functionality:</a:t>
            </a:r>
          </a:p>
          <a:p>
            <a:pPr marL="560070" lvl="1" indent="-285750">
              <a:lnSpc>
                <a:spcPct val="110000"/>
              </a:lnSpc>
              <a:buFont typeface="Arial"/>
              <a:buChar char="•"/>
            </a:pPr>
            <a:r>
              <a:rPr lang="en-GB" sz="2200" b="1"/>
              <a:t>Stores log entries</a:t>
            </a:r>
            <a:endParaRPr lang="en-US" sz="2200" b="1"/>
          </a:p>
          <a:p>
            <a:pPr marL="560070" lvl="1" indent="-285750">
              <a:lnSpc>
                <a:spcPct val="110000"/>
              </a:lnSpc>
              <a:buFont typeface="Arial"/>
              <a:buChar char="•"/>
            </a:pPr>
            <a:r>
              <a:rPr lang="en-GB" sz="2200" b="1"/>
              <a:t>Analyse logs using simple rules</a:t>
            </a:r>
            <a:endParaRPr lang="en-US" sz="2200" b="1"/>
          </a:p>
          <a:p>
            <a:pPr marL="560070" lvl="1" indent="-285750">
              <a:lnSpc>
                <a:spcPct val="110000"/>
              </a:lnSpc>
              <a:buFont typeface="Arial"/>
              <a:buChar char="•"/>
            </a:pPr>
            <a:r>
              <a:rPr lang="en-GB" sz="2200" b="1"/>
              <a:t>Detect suspicious behaviour</a:t>
            </a:r>
            <a:endParaRPr lang="en-US" sz="2200" b="1"/>
          </a:p>
          <a:p>
            <a:pPr marL="560070" lvl="1" indent="-285750">
              <a:lnSpc>
                <a:spcPct val="110000"/>
              </a:lnSpc>
              <a:buFont typeface="Arial"/>
              <a:buChar char="•"/>
            </a:pPr>
            <a:r>
              <a:rPr lang="en-GB" sz="2200" b="1"/>
              <a:t>Generates alerts with severity (Low / Medium / High)</a:t>
            </a:r>
          </a:p>
          <a:p>
            <a:pPr marL="274320" lvl="1" indent="0">
              <a:lnSpc>
                <a:spcPct val="110000"/>
              </a:lnSpc>
              <a:buNone/>
            </a:pPr>
            <a:endParaRPr lang="en-US" sz="1700" b="1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	</a:t>
            </a:r>
            <a:endParaRPr lang="en-GB" sz="1700" b="1"/>
          </a:p>
        </p:txBody>
      </p:sp>
    </p:spTree>
    <p:extLst>
      <p:ext uri="{BB962C8B-B14F-4D97-AF65-F5344CB8AC3E}">
        <p14:creationId xmlns:p14="http://schemas.microsoft.com/office/powerpoint/2010/main" val="132348811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FD69E1E6-EAFD-66BF-81F1-50A2ECBF544D}"/>
              </a:ext>
            </a:extLst>
          </p:cNvPr>
          <p:cNvSpPr/>
          <p:nvPr/>
        </p:nvSpPr>
        <p:spPr>
          <a:xfrm>
            <a:off x="-3942" y="224913"/>
            <a:ext cx="1642241" cy="68842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64269CB-C4A9-671C-B3BB-2A6A87A148FD}"/>
              </a:ext>
            </a:extLst>
          </p:cNvPr>
          <p:cNvSpPr/>
          <p:nvPr/>
        </p:nvSpPr>
        <p:spPr>
          <a:xfrm>
            <a:off x="0" y="-26276"/>
            <a:ext cx="12192000" cy="206265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968AC-1312-1E4E-DE05-49E4B9D0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132947"/>
            <a:ext cx="8915402" cy="1371600"/>
          </a:xfrm>
        </p:spPr>
        <p:txBody>
          <a:bodyPr/>
          <a:lstStyle/>
          <a:p>
            <a:r>
              <a:rPr lang="en-GB"/>
              <a:t>List of main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72CD-DC22-1112-2761-ADCE1C86E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125" y="-1382476"/>
            <a:ext cx="2931614" cy="36898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400" b="1"/>
          </a:p>
          <a:p>
            <a:pPr marL="274320" lvl="1" indent="0">
              <a:buNone/>
            </a:pPr>
            <a:endParaRPr lang="en-US" sz="2000" b="1"/>
          </a:p>
          <a:p>
            <a:pPr lvl="1"/>
            <a:endParaRPr lang="en-US" sz="2200" b="1"/>
          </a:p>
          <a:p>
            <a:pPr>
              <a:buFont typeface="Wingdings" panose="05000000000000000000" pitchFamily="2" charset="2"/>
              <a:buChar char="§"/>
            </a:pPr>
            <a:endParaRPr lang="en-GB" sz="2400" b="1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12E04BD5-F8D8-BD2F-5218-7DE070FA8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9626387"/>
              </p:ext>
            </p:extLst>
          </p:nvPr>
        </p:nvGraphicFramePr>
        <p:xfrm>
          <a:off x="6096000" y="2192360"/>
          <a:ext cx="4917056" cy="3816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7" name="TextBox 5">
            <a:extLst>
              <a:ext uri="{FF2B5EF4-FFF2-40B4-BE49-F238E27FC236}">
                <a16:creationId xmlns:a16="http://schemas.microsoft.com/office/drawing/2014/main" id="{E2C55F28-5ABB-5239-0334-9CAF828197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295259"/>
              </p:ext>
            </p:extLst>
          </p:nvPr>
        </p:nvGraphicFramePr>
        <p:xfrm>
          <a:off x="1878063" y="2409797"/>
          <a:ext cx="3978172" cy="3381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9433658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9DA18C8-C654-F03B-8DDA-A4C77DECF0B1}"/>
              </a:ext>
            </a:extLst>
          </p:cNvPr>
          <p:cNvSpPr/>
          <p:nvPr/>
        </p:nvSpPr>
        <p:spPr>
          <a:xfrm>
            <a:off x="-13138" y="-13137"/>
            <a:ext cx="1642241" cy="68842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B58FA1-BED9-440D-D4A2-87BE3C0EA871}"/>
              </a:ext>
            </a:extLst>
          </p:cNvPr>
          <p:cNvSpPr/>
          <p:nvPr/>
        </p:nvSpPr>
        <p:spPr>
          <a:xfrm>
            <a:off x="0" y="-26276"/>
            <a:ext cx="12192000" cy="206265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A57B3-DA25-1319-C1D7-764FF0B9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730" y="344214"/>
            <a:ext cx="8915402" cy="1371600"/>
          </a:xfrm>
        </p:spPr>
        <p:txBody>
          <a:bodyPr/>
          <a:lstStyle/>
          <a:p>
            <a:r>
              <a:rPr lang="en-US"/>
              <a:t>A brief explanation of each class and its responsibility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D1B060-00A8-C7D3-1E15-9C55C2131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647972"/>
              </p:ext>
            </p:extLst>
          </p:nvPr>
        </p:nvGraphicFramePr>
        <p:xfrm>
          <a:off x="1795955" y="2201917"/>
          <a:ext cx="8915402" cy="4555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579210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244">
            <a:extLst>
              <a:ext uri="{FF2B5EF4-FFF2-40B4-BE49-F238E27FC236}">
                <a16:creationId xmlns:a16="http://schemas.microsoft.com/office/drawing/2014/main" id="{A886F015-2F99-1580-EC31-BBCAC1ADD15E}"/>
              </a:ext>
            </a:extLst>
          </p:cNvPr>
          <p:cNvSpPr/>
          <p:nvPr/>
        </p:nvSpPr>
        <p:spPr>
          <a:xfrm>
            <a:off x="-26275" y="-26276"/>
            <a:ext cx="1642241" cy="68842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298C2C78-1AF2-29E1-B1C0-A9B4BB1FEDBE}"/>
              </a:ext>
            </a:extLst>
          </p:cNvPr>
          <p:cNvSpPr/>
          <p:nvPr/>
        </p:nvSpPr>
        <p:spPr>
          <a:xfrm>
            <a:off x="0" y="-26276"/>
            <a:ext cx="12192000" cy="206265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D5BA5-5944-29E2-D29C-4D2C4BAD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317938"/>
            <a:ext cx="8915402" cy="1371600"/>
          </a:xfrm>
        </p:spPr>
        <p:txBody>
          <a:bodyPr/>
          <a:lstStyle/>
          <a:p>
            <a:r>
              <a:rPr lang="en-US"/>
              <a:t>Relationships between classes</a:t>
            </a:r>
            <a:endParaRPr lang="en-GB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8F1389C-3C87-92F1-BC60-594CEAB24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403552"/>
              </p:ext>
            </p:extLst>
          </p:nvPr>
        </p:nvGraphicFramePr>
        <p:xfrm>
          <a:off x="1872155" y="1711874"/>
          <a:ext cx="7705396" cy="4991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49613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5B0AE5886604EA13C783B53790866" ma:contentTypeVersion="6" ma:contentTypeDescription="Create a new document." ma:contentTypeScope="" ma:versionID="b8f988e8d308a6505bb2b95ef7ee65b8">
  <xsd:schema xmlns:xsd="http://www.w3.org/2001/XMLSchema" xmlns:xs="http://www.w3.org/2001/XMLSchema" xmlns:p="http://schemas.microsoft.com/office/2006/metadata/properties" xmlns:ns3="409bd8a8-5623-4ab5-9375-54d586874987" targetNamespace="http://schemas.microsoft.com/office/2006/metadata/properties" ma:root="true" ma:fieldsID="24476fcfce5bcad97673b13d5ea9f164" ns3:_="">
    <xsd:import namespace="409bd8a8-5623-4ab5-9375-54d58687498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9bd8a8-5623-4ab5-9375-54d58687498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9bd8a8-5623-4ab5-9375-54d586874987" xsi:nil="true"/>
  </documentManagement>
</p:properties>
</file>

<file path=customXml/itemProps1.xml><?xml version="1.0" encoding="utf-8"?>
<ds:datastoreItem xmlns:ds="http://schemas.openxmlformats.org/officeDocument/2006/customXml" ds:itemID="{CA7AC716-999A-465D-9153-6BB21B745D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FB4693-23CC-43B6-921B-FF61FE3A68FA}">
  <ds:schemaRefs>
    <ds:schemaRef ds:uri="409bd8a8-5623-4ab5-9375-54d5868749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389985C-A9E0-4C5B-9797-FF30A0E72747}">
  <ds:schemaRefs>
    <ds:schemaRef ds:uri="409bd8a8-5623-4ab5-9375-54d58687498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EncaseVTI</vt:lpstr>
      <vt:lpstr>OOP Project : CyberShield – Cyber Threat Detection System</vt:lpstr>
      <vt:lpstr>Description of the system</vt:lpstr>
      <vt:lpstr>List of main classes</vt:lpstr>
      <vt:lpstr>A brief explanation of each class and its responsibility</vt:lpstr>
      <vt:lpstr>Relationships between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Saud Al Zadjali</dc:creator>
  <cp:revision>92</cp:revision>
  <dcterms:created xsi:type="dcterms:W3CDTF">2026-04-21T10:11:20Z</dcterms:created>
  <dcterms:modified xsi:type="dcterms:W3CDTF">2026-04-21T11:25:11Z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0x010100E0E5B0AE5886604EA13C783B53790866</vt:lpwstr>
  </property>
</Properties>
</file>